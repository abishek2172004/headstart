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08_689ACC08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74" r:id="rId11"/>
    <p:sldId id="275" r:id="rId12"/>
    <p:sldId id="267" r:id="rId13"/>
    <p:sldId id="266" r:id="rId14"/>
    <p:sldId id="276" r:id="rId15"/>
    <p:sldId id="277" r:id="rId16"/>
    <p:sldId id="278" r:id="rId17"/>
    <p:sldId id="270" r:id="rId18"/>
    <p:sldId id="272" r:id="rId19"/>
    <p:sldId id="268" r:id="rId20"/>
    <p:sldId id="271" r:id="rId21"/>
    <p:sldId id="273" r:id="rId22"/>
  </p:sldIdLst>
  <p:sldSz cx="9144000" cy="6858000" type="screen4x3"/>
  <p:notesSz cx="6858000" cy="9144000"/>
  <p:embeddedFontLst>
    <p:embeddedFont>
      <p:font typeface="Archivo Narrow" panose="020B0604020202020204" charset="0"/>
      <p:regular r:id="rId24"/>
      <p:bold r:id="rId25"/>
      <p:italic r:id="rId26"/>
      <p:boldItalic r:id="rId27"/>
    </p:embeddedFont>
    <p:embeddedFont>
      <p:font typeface="Georgia" panose="02040502050405020303" pitchFamily="18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846E3B0-9B46-EA92-9205-7CA6705A3443}" name="Deependra Singh Rao" initials="DR" userId="386777db0ac3e9d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116" y="-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omments/modernComment_108_689ACC0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D5B71D0-1F8A-493C-9FDD-B0DDC487FBED}" authorId="{D846E3B0-9B46-EA92-9205-7CA6705A3443}" created="2024-08-07T01:54:07.023">
    <pc:sldMkLst xmlns:pc="http://schemas.microsoft.com/office/powerpoint/2013/main/command">
      <pc:docMk/>
      <pc:sldMk cId="1754975240" sldId="264"/>
    </pc:sldMkLst>
    <p188:txBody>
      <a:bodyPr/>
      <a:lstStyle/>
      <a:p>
        <a:r>
          <a:rPr lang="en-IN"/>
          <a:t>When:
Around 2010-2012, as Netflix expanded its streaming service globally and transitioned from a DVD rental service to a primarily streaming-focused company.
Issues:
Data Scalability: The rapid increase in user data and streaming activity led to challenges in managing and scaling their data infrastructure.
Data Integration: Integrating data from various sources (user activity, streaming quality metrics, content metadata) was necessary to improve recommendations and streaming quality.
Solutions:
Apache Cassandra and Kafka: Netflix adopted Apache Cassandra for its scalability and Apache Kafka for real-time data streaming and processing, helping to manage the high volume of data effectively.
Microservices Architecture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0B4948-741A-437E-A2EC-51820C805BE7}" type="doc">
      <dgm:prSet loTypeId="urn:microsoft.com/office/officeart/2009/3/layout/RandomtoResultProcess" loCatId="process" qsTypeId="urn:microsoft.com/office/officeart/2005/8/quickstyle/simple4" qsCatId="simple" csTypeId="urn:microsoft.com/office/officeart/2005/8/colors/accent5_2" csCatId="accent5" phldr="1"/>
      <dgm:spPr/>
      <dgm:t>
        <a:bodyPr/>
        <a:lstStyle/>
        <a:p>
          <a:endParaRPr lang="en-IN"/>
        </a:p>
      </dgm:t>
    </dgm:pt>
    <dgm:pt modelId="{A016C1CB-B0AB-48AD-AE27-AB8C710242CB}">
      <dgm:prSet phldrT="[Text]"/>
      <dgm:spPr/>
      <dgm:t>
        <a:bodyPr/>
        <a:lstStyle/>
        <a:p>
          <a:r>
            <a:rPr lang="en-IN"/>
            <a:t>Problem Identification and Background Study</a:t>
          </a:r>
        </a:p>
      </dgm:t>
    </dgm:pt>
    <dgm:pt modelId="{A195BE1D-5BC4-4FAA-A74D-B740C28F4013}" type="parTrans" cxnId="{3272765B-82ED-48C0-9F6C-E79E143C08A0}">
      <dgm:prSet/>
      <dgm:spPr/>
      <dgm:t>
        <a:bodyPr/>
        <a:lstStyle/>
        <a:p>
          <a:endParaRPr lang="en-IN"/>
        </a:p>
      </dgm:t>
    </dgm:pt>
    <dgm:pt modelId="{2B409766-FA9F-4320-BC98-D52993137C35}" type="sibTrans" cxnId="{3272765B-82ED-48C0-9F6C-E79E143C08A0}">
      <dgm:prSet/>
      <dgm:spPr/>
      <dgm:t>
        <a:bodyPr/>
        <a:lstStyle/>
        <a:p>
          <a:endParaRPr lang="en-IN"/>
        </a:p>
      </dgm:t>
    </dgm:pt>
    <dgm:pt modelId="{2A1F403C-4A39-4F08-9B29-27337DDF896F}">
      <dgm:prSet phldrT="[Text]"/>
      <dgm:spPr/>
      <dgm:t>
        <a:bodyPr/>
        <a:lstStyle/>
        <a:p>
          <a:r>
            <a:rPr lang="en-IN"/>
            <a:t>Data Collection</a:t>
          </a:r>
        </a:p>
      </dgm:t>
    </dgm:pt>
    <dgm:pt modelId="{E0873A0F-86A5-418C-BB78-1B9347D0056D}" type="parTrans" cxnId="{AACC2FA2-5F94-4E55-BE72-CF157B5E1A20}">
      <dgm:prSet/>
      <dgm:spPr/>
      <dgm:t>
        <a:bodyPr/>
        <a:lstStyle/>
        <a:p>
          <a:endParaRPr lang="en-IN"/>
        </a:p>
      </dgm:t>
    </dgm:pt>
    <dgm:pt modelId="{C8DD6E98-8B27-4B87-AB6A-696C9F459AAB}" type="sibTrans" cxnId="{AACC2FA2-5F94-4E55-BE72-CF157B5E1A20}">
      <dgm:prSet/>
      <dgm:spPr/>
      <dgm:t>
        <a:bodyPr/>
        <a:lstStyle/>
        <a:p>
          <a:endParaRPr lang="en-IN"/>
        </a:p>
      </dgm:t>
    </dgm:pt>
    <dgm:pt modelId="{CF181B0A-09D9-441C-A812-F847948AEA57}">
      <dgm:prSet phldrT="[Text]"/>
      <dgm:spPr/>
      <dgm:t>
        <a:bodyPr/>
        <a:lstStyle/>
        <a:p>
          <a:r>
            <a:rPr lang="en-IN"/>
            <a:t>Database Creation</a:t>
          </a:r>
        </a:p>
      </dgm:t>
    </dgm:pt>
    <dgm:pt modelId="{DABB8B98-7D25-4573-B28F-A45EA47B0A30}" type="parTrans" cxnId="{FEEAD559-763B-4AA2-83F7-B56BFBFFC006}">
      <dgm:prSet/>
      <dgm:spPr/>
      <dgm:t>
        <a:bodyPr/>
        <a:lstStyle/>
        <a:p>
          <a:endParaRPr lang="en-IN"/>
        </a:p>
      </dgm:t>
    </dgm:pt>
    <dgm:pt modelId="{178B3CED-A259-406A-BBCB-0345B047D8C3}" type="sibTrans" cxnId="{FEEAD559-763B-4AA2-83F7-B56BFBFFC006}">
      <dgm:prSet/>
      <dgm:spPr/>
      <dgm:t>
        <a:bodyPr/>
        <a:lstStyle/>
        <a:p>
          <a:endParaRPr lang="en-IN"/>
        </a:p>
      </dgm:t>
    </dgm:pt>
    <dgm:pt modelId="{85D67DBF-BD0F-4490-871A-2BA3C0880BF6}">
      <dgm:prSet phldrT="[Text]"/>
      <dgm:spPr/>
      <dgm:t>
        <a:bodyPr/>
        <a:lstStyle/>
        <a:p>
          <a:r>
            <a:rPr lang="en-IN"/>
            <a:t>Visualization</a:t>
          </a:r>
        </a:p>
      </dgm:t>
    </dgm:pt>
    <dgm:pt modelId="{075F201C-BDFE-4C28-9DA6-CBC7FAECC89A}" type="parTrans" cxnId="{29E7E98C-FB31-4C71-A711-72C5365B0F02}">
      <dgm:prSet/>
      <dgm:spPr/>
      <dgm:t>
        <a:bodyPr/>
        <a:lstStyle/>
        <a:p>
          <a:endParaRPr lang="en-IN"/>
        </a:p>
      </dgm:t>
    </dgm:pt>
    <dgm:pt modelId="{9018C312-38BE-4DCE-8C34-F3CDEA9B17E1}" type="sibTrans" cxnId="{29E7E98C-FB31-4C71-A711-72C5365B0F02}">
      <dgm:prSet/>
      <dgm:spPr/>
      <dgm:t>
        <a:bodyPr/>
        <a:lstStyle/>
        <a:p>
          <a:endParaRPr lang="en-IN"/>
        </a:p>
      </dgm:t>
    </dgm:pt>
    <dgm:pt modelId="{8F7C1DE2-C4D9-4C50-A080-129A999E9349}">
      <dgm:prSet phldrT="[Text]"/>
      <dgm:spPr/>
      <dgm:t>
        <a:bodyPr/>
        <a:lstStyle/>
        <a:p>
          <a:r>
            <a:rPr lang="en-IN"/>
            <a:t>Frontend Development</a:t>
          </a:r>
        </a:p>
      </dgm:t>
    </dgm:pt>
    <dgm:pt modelId="{EC99B09A-5235-48FF-94D3-DCD522406DC9}" type="parTrans" cxnId="{0BF6166A-9FFC-4370-A37B-003DCFEF74B9}">
      <dgm:prSet/>
      <dgm:spPr/>
      <dgm:t>
        <a:bodyPr/>
        <a:lstStyle/>
        <a:p>
          <a:endParaRPr lang="en-IN"/>
        </a:p>
      </dgm:t>
    </dgm:pt>
    <dgm:pt modelId="{1E42292F-E865-4528-841C-63001A37B76D}" type="sibTrans" cxnId="{0BF6166A-9FFC-4370-A37B-003DCFEF74B9}">
      <dgm:prSet/>
      <dgm:spPr/>
      <dgm:t>
        <a:bodyPr/>
        <a:lstStyle/>
        <a:p>
          <a:endParaRPr lang="en-IN"/>
        </a:p>
      </dgm:t>
    </dgm:pt>
    <dgm:pt modelId="{FE09A500-53D9-4FE5-8F04-40BA93161E47}">
      <dgm:prSet phldrT="[Text]"/>
      <dgm:spPr/>
      <dgm:t>
        <a:bodyPr/>
        <a:lstStyle/>
        <a:p>
          <a:r>
            <a:rPr lang="en-IN"/>
            <a:t>Risk Model Development</a:t>
          </a:r>
        </a:p>
      </dgm:t>
    </dgm:pt>
    <dgm:pt modelId="{DE6866A5-ECFD-4776-A90B-D6D3E039EBF9}" type="parTrans" cxnId="{C77FA9A0-8999-45F3-A9F4-BC4621A5B82D}">
      <dgm:prSet/>
      <dgm:spPr/>
      <dgm:t>
        <a:bodyPr/>
        <a:lstStyle/>
        <a:p>
          <a:endParaRPr lang="en-IN"/>
        </a:p>
      </dgm:t>
    </dgm:pt>
    <dgm:pt modelId="{F49CFAB2-52D9-42A5-AC91-B4909461F86F}" type="sibTrans" cxnId="{C77FA9A0-8999-45F3-A9F4-BC4621A5B82D}">
      <dgm:prSet/>
      <dgm:spPr/>
      <dgm:t>
        <a:bodyPr/>
        <a:lstStyle/>
        <a:p>
          <a:endParaRPr lang="en-IN"/>
        </a:p>
      </dgm:t>
    </dgm:pt>
    <dgm:pt modelId="{766999EF-F401-432C-862C-6BF1F7BE6B04}">
      <dgm:prSet phldrT="[Text]"/>
      <dgm:spPr/>
      <dgm:t>
        <a:bodyPr/>
        <a:lstStyle/>
        <a:p>
          <a:r>
            <a:rPr lang="en-IN"/>
            <a:t>Integration</a:t>
          </a:r>
        </a:p>
      </dgm:t>
    </dgm:pt>
    <dgm:pt modelId="{0B4905DA-F014-491C-9745-ABD8C9C7F155}" type="parTrans" cxnId="{0B7E03CF-C999-44DD-A5D4-EAE1722E9524}">
      <dgm:prSet/>
      <dgm:spPr/>
      <dgm:t>
        <a:bodyPr/>
        <a:lstStyle/>
        <a:p>
          <a:endParaRPr lang="en-IN"/>
        </a:p>
      </dgm:t>
    </dgm:pt>
    <dgm:pt modelId="{B7089ACF-E8F8-46FA-A286-D883DD744B14}" type="sibTrans" cxnId="{0B7E03CF-C999-44DD-A5D4-EAE1722E9524}">
      <dgm:prSet/>
      <dgm:spPr/>
      <dgm:t>
        <a:bodyPr/>
        <a:lstStyle/>
        <a:p>
          <a:endParaRPr lang="en-IN"/>
        </a:p>
      </dgm:t>
    </dgm:pt>
    <dgm:pt modelId="{7F39C3E6-384E-4BB6-98F0-BA31117F2CD4}">
      <dgm:prSet phldrT="[Text]"/>
      <dgm:spPr/>
      <dgm:t>
        <a:bodyPr/>
        <a:lstStyle/>
        <a:p>
          <a:r>
            <a:rPr lang="en-IN"/>
            <a:t>Deployment</a:t>
          </a:r>
        </a:p>
      </dgm:t>
    </dgm:pt>
    <dgm:pt modelId="{B8F6A333-B355-4E33-B7B4-C3C608219BC4}" type="parTrans" cxnId="{ECF32E3F-74D7-4591-BB05-FC993CF315DC}">
      <dgm:prSet/>
      <dgm:spPr/>
      <dgm:t>
        <a:bodyPr/>
        <a:lstStyle/>
        <a:p>
          <a:endParaRPr lang="en-IN"/>
        </a:p>
      </dgm:t>
    </dgm:pt>
    <dgm:pt modelId="{410F13BA-4FC7-4277-9A75-2CAB4E88B6F8}" type="sibTrans" cxnId="{ECF32E3F-74D7-4591-BB05-FC993CF315DC}">
      <dgm:prSet/>
      <dgm:spPr/>
      <dgm:t>
        <a:bodyPr/>
        <a:lstStyle/>
        <a:p>
          <a:endParaRPr lang="en-IN"/>
        </a:p>
      </dgm:t>
    </dgm:pt>
    <dgm:pt modelId="{E91212F5-73F6-41E6-9E56-0553D9AD159C}">
      <dgm:prSet/>
      <dgm:spPr/>
      <dgm:t>
        <a:bodyPr/>
        <a:lstStyle/>
        <a:p>
          <a:endParaRPr lang="en-IN"/>
        </a:p>
      </dgm:t>
    </dgm:pt>
    <dgm:pt modelId="{19181375-CBC4-45FC-88B3-3C5E1A565904}" type="parTrans" cxnId="{0EDD4A17-A37B-4912-BE51-FBE804AB2DEE}">
      <dgm:prSet/>
      <dgm:spPr/>
      <dgm:t>
        <a:bodyPr/>
        <a:lstStyle/>
        <a:p>
          <a:endParaRPr lang="en-IN"/>
        </a:p>
      </dgm:t>
    </dgm:pt>
    <dgm:pt modelId="{9EF9CC2E-E424-46D4-8A21-5FC516579DA4}" type="sibTrans" cxnId="{0EDD4A17-A37B-4912-BE51-FBE804AB2DEE}">
      <dgm:prSet/>
      <dgm:spPr/>
      <dgm:t>
        <a:bodyPr/>
        <a:lstStyle/>
        <a:p>
          <a:endParaRPr lang="en-IN"/>
        </a:p>
      </dgm:t>
    </dgm:pt>
    <dgm:pt modelId="{7EBD36FD-2478-4515-A94A-0C4794FA2684}">
      <dgm:prSet/>
      <dgm:spPr/>
      <dgm:t>
        <a:bodyPr/>
        <a:lstStyle/>
        <a:p>
          <a:r>
            <a:rPr lang="en-IN"/>
            <a:t>SQL </a:t>
          </a:r>
        </a:p>
      </dgm:t>
    </dgm:pt>
    <dgm:pt modelId="{89C32DC9-DBDC-49F4-90AF-6075CBAEAED6}" type="parTrans" cxnId="{EF952B95-94D9-45CD-B9B6-E2A645ECE010}">
      <dgm:prSet/>
      <dgm:spPr/>
      <dgm:t>
        <a:bodyPr/>
        <a:lstStyle/>
        <a:p>
          <a:endParaRPr lang="en-IN"/>
        </a:p>
      </dgm:t>
    </dgm:pt>
    <dgm:pt modelId="{93409465-746D-4985-917D-A84D5862DB3E}" type="sibTrans" cxnId="{EF952B95-94D9-45CD-B9B6-E2A645ECE010}">
      <dgm:prSet/>
      <dgm:spPr/>
      <dgm:t>
        <a:bodyPr/>
        <a:lstStyle/>
        <a:p>
          <a:endParaRPr lang="en-IN"/>
        </a:p>
      </dgm:t>
    </dgm:pt>
    <dgm:pt modelId="{7FD41356-96CC-4E7D-8225-7708154DB139}">
      <dgm:prSet/>
      <dgm:spPr/>
      <dgm:t>
        <a:bodyPr/>
        <a:lstStyle/>
        <a:p>
          <a:r>
            <a:rPr lang="en-IN"/>
            <a:t>Power BI</a:t>
          </a:r>
        </a:p>
      </dgm:t>
    </dgm:pt>
    <dgm:pt modelId="{E65E5B5A-E2C2-4E17-A9B2-BB4DEDF251F4}" type="parTrans" cxnId="{9BE152C9-609A-40C6-8CB9-EBEA42864E7B}">
      <dgm:prSet/>
      <dgm:spPr/>
      <dgm:t>
        <a:bodyPr/>
        <a:lstStyle/>
        <a:p>
          <a:endParaRPr lang="en-IN"/>
        </a:p>
      </dgm:t>
    </dgm:pt>
    <dgm:pt modelId="{CCD5E81C-8A27-4B92-A3C2-0DE4381E59C9}" type="sibTrans" cxnId="{9BE152C9-609A-40C6-8CB9-EBEA42864E7B}">
      <dgm:prSet/>
      <dgm:spPr/>
      <dgm:t>
        <a:bodyPr/>
        <a:lstStyle/>
        <a:p>
          <a:endParaRPr lang="en-IN"/>
        </a:p>
      </dgm:t>
    </dgm:pt>
    <dgm:pt modelId="{54AAE29C-4CA2-48A9-8538-08FCF27EDEBA}">
      <dgm:prSet/>
      <dgm:spPr/>
      <dgm:t>
        <a:bodyPr/>
        <a:lstStyle/>
        <a:p>
          <a:r>
            <a:rPr lang="en-IN" dirty="0"/>
            <a:t>HTML, CSS, and JS</a:t>
          </a:r>
        </a:p>
      </dgm:t>
    </dgm:pt>
    <dgm:pt modelId="{49BA5252-7FEA-418E-BF89-B10B9C8D42BB}" type="parTrans" cxnId="{B0C59F22-178C-4A6A-B417-20390903A78D}">
      <dgm:prSet/>
      <dgm:spPr/>
      <dgm:t>
        <a:bodyPr/>
        <a:lstStyle/>
        <a:p>
          <a:endParaRPr lang="en-IN"/>
        </a:p>
      </dgm:t>
    </dgm:pt>
    <dgm:pt modelId="{CB7E2E2D-A266-4427-B948-34726192CBAF}" type="sibTrans" cxnId="{B0C59F22-178C-4A6A-B417-20390903A78D}">
      <dgm:prSet/>
      <dgm:spPr/>
      <dgm:t>
        <a:bodyPr/>
        <a:lstStyle/>
        <a:p>
          <a:endParaRPr lang="en-IN"/>
        </a:p>
      </dgm:t>
    </dgm:pt>
    <dgm:pt modelId="{2FFB51BA-00B3-44F6-97F7-4A157AF03CBA}">
      <dgm:prSet/>
      <dgm:spPr/>
      <dgm:t>
        <a:bodyPr/>
        <a:lstStyle/>
        <a:p>
          <a:r>
            <a:rPr lang="en-IN" dirty="0"/>
            <a:t>LSTM</a:t>
          </a:r>
        </a:p>
      </dgm:t>
    </dgm:pt>
    <dgm:pt modelId="{DD65F472-C28C-4828-9594-5F15A1860067}" type="parTrans" cxnId="{86C53ACF-E666-4E1A-8B8D-B4A8711DC4F5}">
      <dgm:prSet/>
      <dgm:spPr/>
      <dgm:t>
        <a:bodyPr/>
        <a:lstStyle/>
        <a:p>
          <a:endParaRPr lang="en-IN"/>
        </a:p>
      </dgm:t>
    </dgm:pt>
    <dgm:pt modelId="{B93C156D-79CB-45C2-9262-8C11412E719B}" type="sibTrans" cxnId="{86C53ACF-E666-4E1A-8B8D-B4A8711DC4F5}">
      <dgm:prSet/>
      <dgm:spPr/>
      <dgm:t>
        <a:bodyPr/>
        <a:lstStyle/>
        <a:p>
          <a:endParaRPr lang="en-IN"/>
        </a:p>
      </dgm:t>
    </dgm:pt>
    <dgm:pt modelId="{82F6FAA7-39AA-47C8-822B-FD6636BC515E}">
      <dgm:prSet/>
      <dgm:spPr/>
      <dgm:t>
        <a:bodyPr/>
        <a:lstStyle/>
        <a:p>
          <a:r>
            <a:rPr lang="en-IN"/>
            <a:t>Django or Ducdb</a:t>
          </a:r>
        </a:p>
      </dgm:t>
    </dgm:pt>
    <dgm:pt modelId="{0FDC7D1D-DBE8-45D5-9C5F-3573234B9DD0}" type="parTrans" cxnId="{F1A3BDC9-9256-4EA8-9B6F-3042269AC36B}">
      <dgm:prSet/>
      <dgm:spPr/>
      <dgm:t>
        <a:bodyPr/>
        <a:lstStyle/>
        <a:p>
          <a:endParaRPr lang="en-IN"/>
        </a:p>
      </dgm:t>
    </dgm:pt>
    <dgm:pt modelId="{9325B1B2-B750-4056-A720-97FAF424B715}" type="sibTrans" cxnId="{F1A3BDC9-9256-4EA8-9B6F-3042269AC36B}">
      <dgm:prSet/>
      <dgm:spPr/>
      <dgm:t>
        <a:bodyPr/>
        <a:lstStyle/>
        <a:p>
          <a:endParaRPr lang="en-IN"/>
        </a:p>
      </dgm:t>
    </dgm:pt>
    <dgm:pt modelId="{52466C19-76B3-4A3E-AB9E-DE097D60F05F}" type="pres">
      <dgm:prSet presAssocID="{930B4948-741A-437E-A2EC-51820C805BE7}" presName="Name0" presStyleCnt="0">
        <dgm:presLayoutVars>
          <dgm:dir/>
          <dgm:animOne val="branch"/>
          <dgm:animLvl val="lvl"/>
        </dgm:presLayoutVars>
      </dgm:prSet>
      <dgm:spPr/>
    </dgm:pt>
    <dgm:pt modelId="{0D585D6D-7929-48D7-A939-C7B925707735}" type="pres">
      <dgm:prSet presAssocID="{A016C1CB-B0AB-48AD-AE27-AB8C710242CB}" presName="chaos" presStyleCnt="0"/>
      <dgm:spPr/>
    </dgm:pt>
    <dgm:pt modelId="{1D6035E6-DB67-4B16-BB26-311D0BDF5C8B}" type="pres">
      <dgm:prSet presAssocID="{A016C1CB-B0AB-48AD-AE27-AB8C710242CB}" presName="parTx1" presStyleLbl="revTx" presStyleIdx="0" presStyleCnt="13"/>
      <dgm:spPr/>
    </dgm:pt>
    <dgm:pt modelId="{600BBF63-3381-4A7D-9D69-D149E7F746A5}" type="pres">
      <dgm:prSet presAssocID="{A016C1CB-B0AB-48AD-AE27-AB8C710242CB}" presName="desTx1" presStyleLbl="revTx" presStyleIdx="1" presStyleCnt="13">
        <dgm:presLayoutVars>
          <dgm:bulletEnabled val="1"/>
        </dgm:presLayoutVars>
      </dgm:prSet>
      <dgm:spPr/>
    </dgm:pt>
    <dgm:pt modelId="{070E94BE-6A9E-483A-8C01-9DEC66C7E11D}" type="pres">
      <dgm:prSet presAssocID="{A016C1CB-B0AB-48AD-AE27-AB8C710242CB}" presName="c1" presStyleLbl="node1" presStyleIdx="0" presStyleCnt="19"/>
      <dgm:spPr/>
    </dgm:pt>
    <dgm:pt modelId="{A5BD0687-3359-4E47-A6B4-4A6AE2386C1D}" type="pres">
      <dgm:prSet presAssocID="{A016C1CB-B0AB-48AD-AE27-AB8C710242CB}" presName="c2" presStyleLbl="node1" presStyleIdx="1" presStyleCnt="19"/>
      <dgm:spPr/>
    </dgm:pt>
    <dgm:pt modelId="{6F9183CD-F261-4D48-A035-445F97E2FF3B}" type="pres">
      <dgm:prSet presAssocID="{A016C1CB-B0AB-48AD-AE27-AB8C710242CB}" presName="c3" presStyleLbl="node1" presStyleIdx="2" presStyleCnt="19"/>
      <dgm:spPr/>
    </dgm:pt>
    <dgm:pt modelId="{E0E9EEB7-52A0-4A5D-9A85-C63060A6C50F}" type="pres">
      <dgm:prSet presAssocID="{A016C1CB-B0AB-48AD-AE27-AB8C710242CB}" presName="c4" presStyleLbl="node1" presStyleIdx="3" presStyleCnt="19"/>
      <dgm:spPr/>
    </dgm:pt>
    <dgm:pt modelId="{B2090243-00C9-4742-82A4-22600FF50EB2}" type="pres">
      <dgm:prSet presAssocID="{A016C1CB-B0AB-48AD-AE27-AB8C710242CB}" presName="c5" presStyleLbl="node1" presStyleIdx="4" presStyleCnt="19"/>
      <dgm:spPr/>
    </dgm:pt>
    <dgm:pt modelId="{18E636A5-8B2C-4714-A9CA-358C861D6AF6}" type="pres">
      <dgm:prSet presAssocID="{A016C1CB-B0AB-48AD-AE27-AB8C710242CB}" presName="c6" presStyleLbl="node1" presStyleIdx="5" presStyleCnt="19"/>
      <dgm:spPr/>
    </dgm:pt>
    <dgm:pt modelId="{F3768A4D-DFA3-426C-8710-F23F261F923E}" type="pres">
      <dgm:prSet presAssocID="{A016C1CB-B0AB-48AD-AE27-AB8C710242CB}" presName="c7" presStyleLbl="node1" presStyleIdx="6" presStyleCnt="19"/>
      <dgm:spPr/>
    </dgm:pt>
    <dgm:pt modelId="{A18C98DC-68E4-478E-8B93-2E397E7A6602}" type="pres">
      <dgm:prSet presAssocID="{A016C1CB-B0AB-48AD-AE27-AB8C710242CB}" presName="c8" presStyleLbl="node1" presStyleIdx="7" presStyleCnt="19"/>
      <dgm:spPr/>
    </dgm:pt>
    <dgm:pt modelId="{182CEDEB-5D2C-4623-A623-4769BF92954C}" type="pres">
      <dgm:prSet presAssocID="{A016C1CB-B0AB-48AD-AE27-AB8C710242CB}" presName="c9" presStyleLbl="node1" presStyleIdx="8" presStyleCnt="19"/>
      <dgm:spPr/>
    </dgm:pt>
    <dgm:pt modelId="{5E6EF1BC-1C42-463D-9A27-A8AB19A58246}" type="pres">
      <dgm:prSet presAssocID="{A016C1CB-B0AB-48AD-AE27-AB8C710242CB}" presName="c10" presStyleLbl="node1" presStyleIdx="9" presStyleCnt="19"/>
      <dgm:spPr/>
    </dgm:pt>
    <dgm:pt modelId="{58E96C14-EF0B-4C10-B3AF-EEEF92810D3E}" type="pres">
      <dgm:prSet presAssocID="{A016C1CB-B0AB-48AD-AE27-AB8C710242CB}" presName="c11" presStyleLbl="node1" presStyleIdx="10" presStyleCnt="19"/>
      <dgm:spPr/>
    </dgm:pt>
    <dgm:pt modelId="{ABE6C8F6-96CC-4182-8D37-FF19A0D4F249}" type="pres">
      <dgm:prSet presAssocID="{A016C1CB-B0AB-48AD-AE27-AB8C710242CB}" presName="c12" presStyleLbl="node1" presStyleIdx="11" presStyleCnt="19"/>
      <dgm:spPr/>
    </dgm:pt>
    <dgm:pt modelId="{135C92B0-CF01-4A48-A1FB-EBA34C99DE1E}" type="pres">
      <dgm:prSet presAssocID="{A016C1CB-B0AB-48AD-AE27-AB8C710242CB}" presName="c13" presStyleLbl="node1" presStyleIdx="12" presStyleCnt="19"/>
      <dgm:spPr/>
    </dgm:pt>
    <dgm:pt modelId="{D81192C9-6566-4AE8-BDA3-B2F028E1CE45}" type="pres">
      <dgm:prSet presAssocID="{A016C1CB-B0AB-48AD-AE27-AB8C710242CB}" presName="c14" presStyleLbl="node1" presStyleIdx="13" presStyleCnt="19"/>
      <dgm:spPr/>
    </dgm:pt>
    <dgm:pt modelId="{3938CCF5-789A-4A6C-9E27-957BF0EE95E5}" type="pres">
      <dgm:prSet presAssocID="{A016C1CB-B0AB-48AD-AE27-AB8C710242CB}" presName="c15" presStyleLbl="node1" presStyleIdx="14" presStyleCnt="19"/>
      <dgm:spPr/>
    </dgm:pt>
    <dgm:pt modelId="{CCA533C0-7D6A-4979-826A-9B0230E9398F}" type="pres">
      <dgm:prSet presAssocID="{A016C1CB-B0AB-48AD-AE27-AB8C710242CB}" presName="c16" presStyleLbl="node1" presStyleIdx="15" presStyleCnt="19"/>
      <dgm:spPr/>
    </dgm:pt>
    <dgm:pt modelId="{B485A925-057B-4F0C-AE2C-63C7D6CBA672}" type="pres">
      <dgm:prSet presAssocID="{A016C1CB-B0AB-48AD-AE27-AB8C710242CB}" presName="c17" presStyleLbl="node1" presStyleIdx="16" presStyleCnt="19"/>
      <dgm:spPr/>
    </dgm:pt>
    <dgm:pt modelId="{A6D6B9B0-A6C9-4B2F-802D-B1069BF4293A}" type="pres">
      <dgm:prSet presAssocID="{A016C1CB-B0AB-48AD-AE27-AB8C710242CB}" presName="c18" presStyleLbl="node1" presStyleIdx="17" presStyleCnt="19"/>
      <dgm:spPr/>
    </dgm:pt>
    <dgm:pt modelId="{0A4E24D5-ED5B-4A77-94D8-EA129B035324}" type="pres">
      <dgm:prSet presAssocID="{2B409766-FA9F-4320-BC98-D52993137C35}" presName="chevronComposite1" presStyleCnt="0"/>
      <dgm:spPr/>
    </dgm:pt>
    <dgm:pt modelId="{034C63F5-67FA-464E-B9CC-3B25B264145C}" type="pres">
      <dgm:prSet presAssocID="{2B409766-FA9F-4320-BC98-D52993137C35}" presName="chevron1" presStyleLbl="sibTrans2D1" presStyleIdx="0" presStyleCnt="7"/>
      <dgm:spPr/>
    </dgm:pt>
    <dgm:pt modelId="{563F48CE-C661-42ED-A047-BB6BFD1A3412}" type="pres">
      <dgm:prSet presAssocID="{2B409766-FA9F-4320-BC98-D52993137C35}" presName="spChevron1" presStyleCnt="0"/>
      <dgm:spPr/>
    </dgm:pt>
    <dgm:pt modelId="{C6ED3713-28C9-460D-A801-0AD351E45F37}" type="pres">
      <dgm:prSet presAssocID="{2A1F403C-4A39-4F08-9B29-27337DDF896F}" presName="middle" presStyleCnt="0"/>
      <dgm:spPr/>
    </dgm:pt>
    <dgm:pt modelId="{2DB2326A-B00B-4FAD-AEED-8547FC9BD831}" type="pres">
      <dgm:prSet presAssocID="{2A1F403C-4A39-4F08-9B29-27337DDF896F}" presName="parTxMid" presStyleLbl="revTx" presStyleIdx="2" presStyleCnt="13"/>
      <dgm:spPr/>
    </dgm:pt>
    <dgm:pt modelId="{4BAB3C57-555A-4F7E-B0C3-25F1092DD110}" type="pres">
      <dgm:prSet presAssocID="{2A1F403C-4A39-4F08-9B29-27337DDF896F}" presName="spMid" presStyleCnt="0"/>
      <dgm:spPr/>
    </dgm:pt>
    <dgm:pt modelId="{09346265-7A68-45D4-8E28-2F7AF14B4349}" type="pres">
      <dgm:prSet presAssocID="{C8DD6E98-8B27-4B87-AB6A-696C9F459AAB}" presName="chevronComposite1" presStyleCnt="0"/>
      <dgm:spPr/>
    </dgm:pt>
    <dgm:pt modelId="{A65FE121-CD95-4728-9AAF-078CC3A7BC23}" type="pres">
      <dgm:prSet presAssocID="{C8DD6E98-8B27-4B87-AB6A-696C9F459AAB}" presName="chevron1" presStyleLbl="sibTrans2D1" presStyleIdx="1" presStyleCnt="7"/>
      <dgm:spPr/>
    </dgm:pt>
    <dgm:pt modelId="{5130A73B-1302-428A-93EF-6956F53FA1E3}" type="pres">
      <dgm:prSet presAssocID="{C8DD6E98-8B27-4B87-AB6A-696C9F459AAB}" presName="spChevron1" presStyleCnt="0"/>
      <dgm:spPr/>
    </dgm:pt>
    <dgm:pt modelId="{16A6DCDD-ABB4-43FD-B553-D025797FDB71}" type="pres">
      <dgm:prSet presAssocID="{CF181B0A-09D9-441C-A812-F847948AEA57}" presName="middle" presStyleCnt="0"/>
      <dgm:spPr/>
    </dgm:pt>
    <dgm:pt modelId="{9750FF97-1EA0-4EA9-B912-0615CAFCB03F}" type="pres">
      <dgm:prSet presAssocID="{CF181B0A-09D9-441C-A812-F847948AEA57}" presName="parTxMid" presStyleLbl="revTx" presStyleIdx="3" presStyleCnt="13"/>
      <dgm:spPr/>
    </dgm:pt>
    <dgm:pt modelId="{AF27564F-1E07-4F19-9C5A-BB78BF4DCF0C}" type="pres">
      <dgm:prSet presAssocID="{CF181B0A-09D9-441C-A812-F847948AEA57}" presName="desTxMid" presStyleLbl="revTx" presStyleIdx="4" presStyleCnt="13">
        <dgm:presLayoutVars>
          <dgm:bulletEnabled val="1"/>
        </dgm:presLayoutVars>
      </dgm:prSet>
      <dgm:spPr/>
    </dgm:pt>
    <dgm:pt modelId="{DCE18387-5AAC-48C9-9838-F8AD8ED014C2}" type="pres">
      <dgm:prSet presAssocID="{CF181B0A-09D9-441C-A812-F847948AEA57}" presName="spMid" presStyleCnt="0"/>
      <dgm:spPr/>
    </dgm:pt>
    <dgm:pt modelId="{FA8A68FD-2EE9-4A34-B63C-33DD2B3F88EF}" type="pres">
      <dgm:prSet presAssocID="{178B3CED-A259-406A-BBCB-0345B047D8C3}" presName="chevronComposite1" presStyleCnt="0"/>
      <dgm:spPr/>
    </dgm:pt>
    <dgm:pt modelId="{7D93E07C-82E3-49BC-BB5D-1AB3CCAE6A83}" type="pres">
      <dgm:prSet presAssocID="{178B3CED-A259-406A-BBCB-0345B047D8C3}" presName="chevron1" presStyleLbl="sibTrans2D1" presStyleIdx="2" presStyleCnt="7"/>
      <dgm:spPr/>
    </dgm:pt>
    <dgm:pt modelId="{86A638FE-654A-4F1B-9B58-36910783E7EF}" type="pres">
      <dgm:prSet presAssocID="{178B3CED-A259-406A-BBCB-0345B047D8C3}" presName="spChevron1" presStyleCnt="0"/>
      <dgm:spPr/>
    </dgm:pt>
    <dgm:pt modelId="{C5AD4A89-DC87-40C7-8CD2-F81F2ED69B8A}" type="pres">
      <dgm:prSet presAssocID="{85D67DBF-BD0F-4490-871A-2BA3C0880BF6}" presName="middle" presStyleCnt="0"/>
      <dgm:spPr/>
    </dgm:pt>
    <dgm:pt modelId="{F3580B19-CFF2-4859-9893-BCF6B283E782}" type="pres">
      <dgm:prSet presAssocID="{85D67DBF-BD0F-4490-871A-2BA3C0880BF6}" presName="parTxMid" presStyleLbl="revTx" presStyleIdx="5" presStyleCnt="13"/>
      <dgm:spPr/>
    </dgm:pt>
    <dgm:pt modelId="{26DF44FF-B44B-4B50-B6CF-48446FDBC4CB}" type="pres">
      <dgm:prSet presAssocID="{85D67DBF-BD0F-4490-871A-2BA3C0880BF6}" presName="desTxMid" presStyleLbl="revTx" presStyleIdx="6" presStyleCnt="13">
        <dgm:presLayoutVars>
          <dgm:bulletEnabled val="1"/>
        </dgm:presLayoutVars>
      </dgm:prSet>
      <dgm:spPr/>
    </dgm:pt>
    <dgm:pt modelId="{7EC671D3-B546-4478-B873-C10FA88A15D0}" type="pres">
      <dgm:prSet presAssocID="{85D67DBF-BD0F-4490-871A-2BA3C0880BF6}" presName="spMid" presStyleCnt="0"/>
      <dgm:spPr/>
    </dgm:pt>
    <dgm:pt modelId="{07BD8F80-8C9E-4F81-A13E-3294FB1EF3A6}" type="pres">
      <dgm:prSet presAssocID="{9018C312-38BE-4DCE-8C34-F3CDEA9B17E1}" presName="chevronComposite1" presStyleCnt="0"/>
      <dgm:spPr/>
    </dgm:pt>
    <dgm:pt modelId="{562D943C-5CE8-4951-BD47-BE2919D79CB0}" type="pres">
      <dgm:prSet presAssocID="{9018C312-38BE-4DCE-8C34-F3CDEA9B17E1}" presName="chevron1" presStyleLbl="sibTrans2D1" presStyleIdx="3" presStyleCnt="7"/>
      <dgm:spPr/>
    </dgm:pt>
    <dgm:pt modelId="{6D7F6071-5A0A-4569-B6EB-7D4D1871FFC0}" type="pres">
      <dgm:prSet presAssocID="{9018C312-38BE-4DCE-8C34-F3CDEA9B17E1}" presName="spChevron1" presStyleCnt="0"/>
      <dgm:spPr/>
    </dgm:pt>
    <dgm:pt modelId="{342F3BE1-3C7E-4C99-BCCC-18199843FEC3}" type="pres">
      <dgm:prSet presAssocID="{8F7C1DE2-C4D9-4C50-A080-129A999E9349}" presName="middle" presStyleCnt="0"/>
      <dgm:spPr/>
    </dgm:pt>
    <dgm:pt modelId="{543785A5-B022-43C8-BEDC-34EDB62C441E}" type="pres">
      <dgm:prSet presAssocID="{8F7C1DE2-C4D9-4C50-A080-129A999E9349}" presName="parTxMid" presStyleLbl="revTx" presStyleIdx="7" presStyleCnt="13"/>
      <dgm:spPr/>
    </dgm:pt>
    <dgm:pt modelId="{95884B95-7EC7-4BA4-B064-1013F3BB5056}" type="pres">
      <dgm:prSet presAssocID="{8F7C1DE2-C4D9-4C50-A080-129A999E9349}" presName="desTxMid" presStyleLbl="revTx" presStyleIdx="8" presStyleCnt="13">
        <dgm:presLayoutVars>
          <dgm:bulletEnabled val="1"/>
        </dgm:presLayoutVars>
      </dgm:prSet>
      <dgm:spPr/>
    </dgm:pt>
    <dgm:pt modelId="{3E95892B-E99B-41D8-B1BD-CBDDE807085B}" type="pres">
      <dgm:prSet presAssocID="{8F7C1DE2-C4D9-4C50-A080-129A999E9349}" presName="spMid" presStyleCnt="0"/>
      <dgm:spPr/>
    </dgm:pt>
    <dgm:pt modelId="{DA06F487-1D8B-47ED-8707-086F381F302C}" type="pres">
      <dgm:prSet presAssocID="{1E42292F-E865-4528-841C-63001A37B76D}" presName="chevronComposite1" presStyleCnt="0"/>
      <dgm:spPr/>
    </dgm:pt>
    <dgm:pt modelId="{2FDAC990-8A93-498B-9CA5-9AE01A81A7F2}" type="pres">
      <dgm:prSet presAssocID="{1E42292F-E865-4528-841C-63001A37B76D}" presName="chevron1" presStyleLbl="sibTrans2D1" presStyleIdx="4" presStyleCnt="7"/>
      <dgm:spPr/>
    </dgm:pt>
    <dgm:pt modelId="{0A2F124E-BCB0-4382-AE92-08FF090F48B9}" type="pres">
      <dgm:prSet presAssocID="{1E42292F-E865-4528-841C-63001A37B76D}" presName="spChevron1" presStyleCnt="0"/>
      <dgm:spPr/>
    </dgm:pt>
    <dgm:pt modelId="{D77C485A-143E-4BF7-9CBE-6ADBEF350C60}" type="pres">
      <dgm:prSet presAssocID="{FE09A500-53D9-4FE5-8F04-40BA93161E47}" presName="middle" presStyleCnt="0"/>
      <dgm:spPr/>
    </dgm:pt>
    <dgm:pt modelId="{AD202AEC-11A5-4D81-904C-1D77C5D4FB41}" type="pres">
      <dgm:prSet presAssocID="{FE09A500-53D9-4FE5-8F04-40BA93161E47}" presName="parTxMid" presStyleLbl="revTx" presStyleIdx="9" presStyleCnt="13"/>
      <dgm:spPr/>
    </dgm:pt>
    <dgm:pt modelId="{3BDEE31C-B5DC-484D-B14C-4CB5CBACB57C}" type="pres">
      <dgm:prSet presAssocID="{FE09A500-53D9-4FE5-8F04-40BA93161E47}" presName="desTxMid" presStyleLbl="revTx" presStyleIdx="10" presStyleCnt="13">
        <dgm:presLayoutVars>
          <dgm:bulletEnabled val="1"/>
        </dgm:presLayoutVars>
      </dgm:prSet>
      <dgm:spPr/>
    </dgm:pt>
    <dgm:pt modelId="{66855E26-435D-4EC4-AC9D-E2A23A83BBD4}" type="pres">
      <dgm:prSet presAssocID="{FE09A500-53D9-4FE5-8F04-40BA93161E47}" presName="spMid" presStyleCnt="0"/>
      <dgm:spPr/>
    </dgm:pt>
    <dgm:pt modelId="{294E7F81-5DF5-4FB7-B3DC-075F10907845}" type="pres">
      <dgm:prSet presAssocID="{F49CFAB2-52D9-42A5-AC91-B4909461F86F}" presName="chevronComposite1" presStyleCnt="0"/>
      <dgm:spPr/>
    </dgm:pt>
    <dgm:pt modelId="{25707666-F32D-4B4A-B67F-A5EF898191B6}" type="pres">
      <dgm:prSet presAssocID="{F49CFAB2-52D9-42A5-AC91-B4909461F86F}" presName="chevron1" presStyleLbl="sibTrans2D1" presStyleIdx="5" presStyleCnt="7"/>
      <dgm:spPr/>
    </dgm:pt>
    <dgm:pt modelId="{A2E7A61F-AABB-446B-A020-3E67B57FD25F}" type="pres">
      <dgm:prSet presAssocID="{F49CFAB2-52D9-42A5-AC91-B4909461F86F}" presName="spChevron1" presStyleCnt="0"/>
      <dgm:spPr/>
    </dgm:pt>
    <dgm:pt modelId="{FCB9329A-5B91-4B69-A0C3-7DBC479F8508}" type="pres">
      <dgm:prSet presAssocID="{766999EF-F401-432C-862C-6BF1F7BE6B04}" presName="middle" presStyleCnt="0"/>
      <dgm:spPr/>
    </dgm:pt>
    <dgm:pt modelId="{C0CFBD17-A859-454E-BCDC-843887013233}" type="pres">
      <dgm:prSet presAssocID="{766999EF-F401-432C-862C-6BF1F7BE6B04}" presName="parTxMid" presStyleLbl="revTx" presStyleIdx="11" presStyleCnt="13"/>
      <dgm:spPr/>
    </dgm:pt>
    <dgm:pt modelId="{374A1BB3-0703-430F-9477-A6FE6FD45119}" type="pres">
      <dgm:prSet presAssocID="{766999EF-F401-432C-862C-6BF1F7BE6B04}" presName="desTxMid" presStyleLbl="revTx" presStyleIdx="12" presStyleCnt="13">
        <dgm:presLayoutVars>
          <dgm:bulletEnabled val="1"/>
        </dgm:presLayoutVars>
      </dgm:prSet>
      <dgm:spPr/>
    </dgm:pt>
    <dgm:pt modelId="{68220C4B-0444-4BD6-AA06-F44E45321D5C}" type="pres">
      <dgm:prSet presAssocID="{766999EF-F401-432C-862C-6BF1F7BE6B04}" presName="spMid" presStyleCnt="0"/>
      <dgm:spPr/>
    </dgm:pt>
    <dgm:pt modelId="{9C5FF1BE-7EA6-4115-899A-124D53D49D4F}" type="pres">
      <dgm:prSet presAssocID="{B7089ACF-E8F8-46FA-A286-D883DD744B14}" presName="chevronComposite1" presStyleCnt="0"/>
      <dgm:spPr/>
    </dgm:pt>
    <dgm:pt modelId="{C7D0062B-0E43-4CE0-9777-F956890B4EC9}" type="pres">
      <dgm:prSet presAssocID="{B7089ACF-E8F8-46FA-A286-D883DD744B14}" presName="chevron1" presStyleLbl="sibTrans2D1" presStyleIdx="6" presStyleCnt="7"/>
      <dgm:spPr/>
    </dgm:pt>
    <dgm:pt modelId="{3137FAC8-4F24-4C4B-95BC-9CF986CC6273}" type="pres">
      <dgm:prSet presAssocID="{B7089ACF-E8F8-46FA-A286-D883DD744B14}" presName="spChevron1" presStyleCnt="0"/>
      <dgm:spPr/>
    </dgm:pt>
    <dgm:pt modelId="{446A165F-E584-474A-9584-744F5E2AA5CD}" type="pres">
      <dgm:prSet presAssocID="{7F39C3E6-384E-4BB6-98F0-BA31117F2CD4}" presName="last" presStyleCnt="0"/>
      <dgm:spPr/>
    </dgm:pt>
    <dgm:pt modelId="{6575F536-C99C-4894-B7C0-F65D325FD75B}" type="pres">
      <dgm:prSet presAssocID="{7F39C3E6-384E-4BB6-98F0-BA31117F2CD4}" presName="circleTx" presStyleLbl="node1" presStyleIdx="18" presStyleCnt="19"/>
      <dgm:spPr/>
    </dgm:pt>
    <dgm:pt modelId="{9AAD1B18-EB72-4199-8807-BD4D045DB410}" type="pres">
      <dgm:prSet presAssocID="{7F39C3E6-384E-4BB6-98F0-BA31117F2CD4}" presName="spN" presStyleCnt="0"/>
      <dgm:spPr/>
    </dgm:pt>
  </dgm:ptLst>
  <dgm:cxnLst>
    <dgm:cxn modelId="{0EDD4A17-A37B-4912-BE51-FBE804AB2DEE}" srcId="{A016C1CB-B0AB-48AD-AE27-AB8C710242CB}" destId="{E91212F5-73F6-41E6-9E56-0553D9AD159C}" srcOrd="0" destOrd="0" parTransId="{19181375-CBC4-45FC-88B3-3C5E1A565904}" sibTransId="{9EF9CC2E-E424-46D4-8A21-5FC516579DA4}"/>
    <dgm:cxn modelId="{B0C59F22-178C-4A6A-B417-20390903A78D}" srcId="{8F7C1DE2-C4D9-4C50-A080-129A999E9349}" destId="{54AAE29C-4CA2-48A9-8538-08FCF27EDEBA}" srcOrd="0" destOrd="0" parTransId="{49BA5252-7FEA-418E-BF89-B10B9C8D42BB}" sibTransId="{CB7E2E2D-A266-4427-B948-34726192CBAF}"/>
    <dgm:cxn modelId="{5C24AD24-83B1-4AE0-A437-17E733901976}" type="presOf" srcId="{2A1F403C-4A39-4F08-9B29-27337DDF896F}" destId="{2DB2326A-B00B-4FAD-AEED-8547FC9BD831}" srcOrd="0" destOrd="0" presId="urn:microsoft.com/office/officeart/2009/3/layout/RandomtoResultProcess"/>
    <dgm:cxn modelId="{94ED9434-4F22-4B43-87ED-D352248FD2A4}" type="presOf" srcId="{7FD41356-96CC-4E7D-8225-7708154DB139}" destId="{26DF44FF-B44B-4B50-B6CF-48446FDBC4CB}" srcOrd="0" destOrd="0" presId="urn:microsoft.com/office/officeart/2009/3/layout/RandomtoResultProcess"/>
    <dgm:cxn modelId="{A6DB0836-192D-4AE4-8D2B-9166B3DBD15F}" type="presOf" srcId="{8F7C1DE2-C4D9-4C50-A080-129A999E9349}" destId="{543785A5-B022-43C8-BEDC-34EDB62C441E}" srcOrd="0" destOrd="0" presId="urn:microsoft.com/office/officeart/2009/3/layout/RandomtoResultProcess"/>
    <dgm:cxn modelId="{ECF32E3F-74D7-4591-BB05-FC993CF315DC}" srcId="{930B4948-741A-437E-A2EC-51820C805BE7}" destId="{7F39C3E6-384E-4BB6-98F0-BA31117F2CD4}" srcOrd="7" destOrd="0" parTransId="{B8F6A333-B355-4E33-B7B4-C3C608219BC4}" sibTransId="{410F13BA-4FC7-4277-9A75-2CAB4E88B6F8}"/>
    <dgm:cxn modelId="{3272765B-82ED-48C0-9F6C-E79E143C08A0}" srcId="{930B4948-741A-437E-A2EC-51820C805BE7}" destId="{A016C1CB-B0AB-48AD-AE27-AB8C710242CB}" srcOrd="0" destOrd="0" parTransId="{A195BE1D-5BC4-4FAA-A74D-B740C28F4013}" sibTransId="{2B409766-FA9F-4320-BC98-D52993137C35}"/>
    <dgm:cxn modelId="{2569DA61-22DB-4CA9-846F-872F909298D9}" type="presOf" srcId="{766999EF-F401-432C-862C-6BF1F7BE6B04}" destId="{C0CFBD17-A859-454E-BCDC-843887013233}" srcOrd="0" destOrd="0" presId="urn:microsoft.com/office/officeart/2009/3/layout/RandomtoResultProcess"/>
    <dgm:cxn modelId="{0BF6166A-9FFC-4370-A37B-003DCFEF74B9}" srcId="{930B4948-741A-437E-A2EC-51820C805BE7}" destId="{8F7C1DE2-C4D9-4C50-A080-129A999E9349}" srcOrd="4" destOrd="0" parTransId="{EC99B09A-5235-48FF-94D3-DCD522406DC9}" sibTransId="{1E42292F-E865-4528-841C-63001A37B76D}"/>
    <dgm:cxn modelId="{A99B5F4A-987A-4D17-A5C5-21C02711A735}" type="presOf" srcId="{7F39C3E6-384E-4BB6-98F0-BA31117F2CD4}" destId="{6575F536-C99C-4894-B7C0-F65D325FD75B}" srcOrd="0" destOrd="0" presId="urn:microsoft.com/office/officeart/2009/3/layout/RandomtoResultProcess"/>
    <dgm:cxn modelId="{1455674F-A1E5-4BA9-AA9E-CE96735288E2}" type="presOf" srcId="{54AAE29C-4CA2-48A9-8538-08FCF27EDEBA}" destId="{95884B95-7EC7-4BA4-B064-1013F3BB5056}" srcOrd="0" destOrd="0" presId="urn:microsoft.com/office/officeart/2009/3/layout/RandomtoResultProcess"/>
    <dgm:cxn modelId="{ED014E4F-2A59-4D90-9540-4D9D165C2193}" type="presOf" srcId="{CF181B0A-09D9-441C-A812-F847948AEA57}" destId="{9750FF97-1EA0-4EA9-B912-0615CAFCB03F}" srcOrd="0" destOrd="0" presId="urn:microsoft.com/office/officeart/2009/3/layout/RandomtoResultProcess"/>
    <dgm:cxn modelId="{4071D54F-F2C9-4222-A23A-1623BBA7FF79}" type="presOf" srcId="{930B4948-741A-437E-A2EC-51820C805BE7}" destId="{52466C19-76B3-4A3E-AB9E-DE097D60F05F}" srcOrd="0" destOrd="0" presId="urn:microsoft.com/office/officeart/2009/3/layout/RandomtoResultProcess"/>
    <dgm:cxn modelId="{426A9153-AA6A-49B5-83D4-7CCF8E4E0811}" type="presOf" srcId="{A016C1CB-B0AB-48AD-AE27-AB8C710242CB}" destId="{1D6035E6-DB67-4B16-BB26-311D0BDF5C8B}" srcOrd="0" destOrd="0" presId="urn:microsoft.com/office/officeart/2009/3/layout/RandomtoResultProcess"/>
    <dgm:cxn modelId="{FEEAD559-763B-4AA2-83F7-B56BFBFFC006}" srcId="{930B4948-741A-437E-A2EC-51820C805BE7}" destId="{CF181B0A-09D9-441C-A812-F847948AEA57}" srcOrd="2" destOrd="0" parTransId="{DABB8B98-7D25-4573-B28F-A45EA47B0A30}" sibTransId="{178B3CED-A259-406A-BBCB-0345B047D8C3}"/>
    <dgm:cxn modelId="{4076AD88-409D-4915-8465-4FCF8207313D}" type="presOf" srcId="{E91212F5-73F6-41E6-9E56-0553D9AD159C}" destId="{600BBF63-3381-4A7D-9D69-D149E7F746A5}" srcOrd="0" destOrd="0" presId="urn:microsoft.com/office/officeart/2009/3/layout/RandomtoResultProcess"/>
    <dgm:cxn modelId="{29E7E98C-FB31-4C71-A711-72C5365B0F02}" srcId="{930B4948-741A-437E-A2EC-51820C805BE7}" destId="{85D67DBF-BD0F-4490-871A-2BA3C0880BF6}" srcOrd="3" destOrd="0" parTransId="{075F201C-BDFE-4C28-9DA6-CBC7FAECC89A}" sibTransId="{9018C312-38BE-4DCE-8C34-F3CDEA9B17E1}"/>
    <dgm:cxn modelId="{EF952B95-94D9-45CD-B9B6-E2A645ECE010}" srcId="{CF181B0A-09D9-441C-A812-F847948AEA57}" destId="{7EBD36FD-2478-4515-A94A-0C4794FA2684}" srcOrd="0" destOrd="0" parTransId="{89C32DC9-DBDC-49F4-90AF-6075CBAEAED6}" sibTransId="{93409465-746D-4985-917D-A84D5862DB3E}"/>
    <dgm:cxn modelId="{39B74296-0513-4F38-BD07-0943B1323771}" type="presOf" srcId="{85D67DBF-BD0F-4490-871A-2BA3C0880BF6}" destId="{F3580B19-CFF2-4859-9893-BCF6B283E782}" srcOrd="0" destOrd="0" presId="urn:microsoft.com/office/officeart/2009/3/layout/RandomtoResultProcess"/>
    <dgm:cxn modelId="{C77FA9A0-8999-45F3-A9F4-BC4621A5B82D}" srcId="{930B4948-741A-437E-A2EC-51820C805BE7}" destId="{FE09A500-53D9-4FE5-8F04-40BA93161E47}" srcOrd="5" destOrd="0" parTransId="{DE6866A5-ECFD-4776-A90B-D6D3E039EBF9}" sibTransId="{F49CFAB2-52D9-42A5-AC91-B4909461F86F}"/>
    <dgm:cxn modelId="{AACC2FA2-5F94-4E55-BE72-CF157B5E1A20}" srcId="{930B4948-741A-437E-A2EC-51820C805BE7}" destId="{2A1F403C-4A39-4F08-9B29-27337DDF896F}" srcOrd="1" destOrd="0" parTransId="{E0873A0F-86A5-418C-BB78-1B9347D0056D}" sibTransId="{C8DD6E98-8B27-4B87-AB6A-696C9F459AAB}"/>
    <dgm:cxn modelId="{18FC27C7-DE6E-4968-966C-703969D41D35}" type="presOf" srcId="{FE09A500-53D9-4FE5-8F04-40BA93161E47}" destId="{AD202AEC-11A5-4D81-904C-1D77C5D4FB41}" srcOrd="0" destOrd="0" presId="urn:microsoft.com/office/officeart/2009/3/layout/RandomtoResultProcess"/>
    <dgm:cxn modelId="{9BE152C9-609A-40C6-8CB9-EBEA42864E7B}" srcId="{85D67DBF-BD0F-4490-871A-2BA3C0880BF6}" destId="{7FD41356-96CC-4E7D-8225-7708154DB139}" srcOrd="0" destOrd="0" parTransId="{E65E5B5A-E2C2-4E17-A9B2-BB4DEDF251F4}" sibTransId="{CCD5E81C-8A27-4B92-A3C2-0DE4381E59C9}"/>
    <dgm:cxn modelId="{F1A3BDC9-9256-4EA8-9B6F-3042269AC36B}" srcId="{766999EF-F401-432C-862C-6BF1F7BE6B04}" destId="{82F6FAA7-39AA-47C8-822B-FD6636BC515E}" srcOrd="0" destOrd="0" parTransId="{0FDC7D1D-DBE8-45D5-9C5F-3573234B9DD0}" sibTransId="{9325B1B2-B750-4056-A720-97FAF424B715}"/>
    <dgm:cxn modelId="{0B7E03CF-C999-44DD-A5D4-EAE1722E9524}" srcId="{930B4948-741A-437E-A2EC-51820C805BE7}" destId="{766999EF-F401-432C-862C-6BF1F7BE6B04}" srcOrd="6" destOrd="0" parTransId="{0B4905DA-F014-491C-9745-ABD8C9C7F155}" sibTransId="{B7089ACF-E8F8-46FA-A286-D883DD744B14}"/>
    <dgm:cxn modelId="{86C53ACF-E666-4E1A-8B8D-B4A8711DC4F5}" srcId="{FE09A500-53D9-4FE5-8F04-40BA93161E47}" destId="{2FFB51BA-00B3-44F6-97F7-4A157AF03CBA}" srcOrd="0" destOrd="0" parTransId="{DD65F472-C28C-4828-9594-5F15A1860067}" sibTransId="{B93C156D-79CB-45C2-9262-8C11412E719B}"/>
    <dgm:cxn modelId="{AD726ADE-47FD-4053-8A47-71B06DF2C412}" type="presOf" srcId="{82F6FAA7-39AA-47C8-822B-FD6636BC515E}" destId="{374A1BB3-0703-430F-9477-A6FE6FD45119}" srcOrd="0" destOrd="0" presId="urn:microsoft.com/office/officeart/2009/3/layout/RandomtoResultProcess"/>
    <dgm:cxn modelId="{89D3EBE0-5DDD-4AA9-AF21-4E84891F6D8D}" type="presOf" srcId="{2FFB51BA-00B3-44F6-97F7-4A157AF03CBA}" destId="{3BDEE31C-B5DC-484D-B14C-4CB5CBACB57C}" srcOrd="0" destOrd="0" presId="urn:microsoft.com/office/officeart/2009/3/layout/RandomtoResultProcess"/>
    <dgm:cxn modelId="{9D964CE9-465E-41CC-828E-00CE435AA31F}" type="presOf" srcId="{7EBD36FD-2478-4515-A94A-0C4794FA2684}" destId="{AF27564F-1E07-4F19-9C5A-BB78BF4DCF0C}" srcOrd="0" destOrd="0" presId="urn:microsoft.com/office/officeart/2009/3/layout/RandomtoResultProcess"/>
    <dgm:cxn modelId="{4F575E95-4719-4EAC-8DD1-432601132788}" type="presParOf" srcId="{52466C19-76B3-4A3E-AB9E-DE097D60F05F}" destId="{0D585D6D-7929-48D7-A939-C7B925707735}" srcOrd="0" destOrd="0" presId="urn:microsoft.com/office/officeart/2009/3/layout/RandomtoResultProcess"/>
    <dgm:cxn modelId="{0383085B-67B8-4C89-85F5-5A5A8741F335}" type="presParOf" srcId="{0D585D6D-7929-48D7-A939-C7B925707735}" destId="{1D6035E6-DB67-4B16-BB26-311D0BDF5C8B}" srcOrd="0" destOrd="0" presId="urn:microsoft.com/office/officeart/2009/3/layout/RandomtoResultProcess"/>
    <dgm:cxn modelId="{E2F5D9D5-E81A-4269-80E8-81BFE1A48DCF}" type="presParOf" srcId="{0D585D6D-7929-48D7-A939-C7B925707735}" destId="{600BBF63-3381-4A7D-9D69-D149E7F746A5}" srcOrd="1" destOrd="0" presId="urn:microsoft.com/office/officeart/2009/3/layout/RandomtoResultProcess"/>
    <dgm:cxn modelId="{2B5C06CB-12AB-48AE-A10D-DE32EF341380}" type="presParOf" srcId="{0D585D6D-7929-48D7-A939-C7B925707735}" destId="{070E94BE-6A9E-483A-8C01-9DEC66C7E11D}" srcOrd="2" destOrd="0" presId="urn:microsoft.com/office/officeart/2009/3/layout/RandomtoResultProcess"/>
    <dgm:cxn modelId="{E86F863B-B1E5-44FF-A25F-785D7B2BA4D2}" type="presParOf" srcId="{0D585D6D-7929-48D7-A939-C7B925707735}" destId="{A5BD0687-3359-4E47-A6B4-4A6AE2386C1D}" srcOrd="3" destOrd="0" presId="urn:microsoft.com/office/officeart/2009/3/layout/RandomtoResultProcess"/>
    <dgm:cxn modelId="{0293D54F-ED38-44A7-943E-B764C9BCDAB1}" type="presParOf" srcId="{0D585D6D-7929-48D7-A939-C7B925707735}" destId="{6F9183CD-F261-4D48-A035-445F97E2FF3B}" srcOrd="4" destOrd="0" presId="urn:microsoft.com/office/officeart/2009/3/layout/RandomtoResultProcess"/>
    <dgm:cxn modelId="{D8CFE720-8A24-4408-AA99-0FEF7BD5D760}" type="presParOf" srcId="{0D585D6D-7929-48D7-A939-C7B925707735}" destId="{E0E9EEB7-52A0-4A5D-9A85-C63060A6C50F}" srcOrd="5" destOrd="0" presId="urn:microsoft.com/office/officeart/2009/3/layout/RandomtoResultProcess"/>
    <dgm:cxn modelId="{9355DB30-69A7-4364-9827-B2344A4BDF90}" type="presParOf" srcId="{0D585D6D-7929-48D7-A939-C7B925707735}" destId="{B2090243-00C9-4742-82A4-22600FF50EB2}" srcOrd="6" destOrd="0" presId="urn:microsoft.com/office/officeart/2009/3/layout/RandomtoResultProcess"/>
    <dgm:cxn modelId="{64A51E4F-E9D7-443B-A9AF-41157953065F}" type="presParOf" srcId="{0D585D6D-7929-48D7-A939-C7B925707735}" destId="{18E636A5-8B2C-4714-A9CA-358C861D6AF6}" srcOrd="7" destOrd="0" presId="urn:microsoft.com/office/officeart/2009/3/layout/RandomtoResultProcess"/>
    <dgm:cxn modelId="{0E29C07D-85D1-41DC-AF49-A5EB0080C5DF}" type="presParOf" srcId="{0D585D6D-7929-48D7-A939-C7B925707735}" destId="{F3768A4D-DFA3-426C-8710-F23F261F923E}" srcOrd="8" destOrd="0" presId="urn:microsoft.com/office/officeart/2009/3/layout/RandomtoResultProcess"/>
    <dgm:cxn modelId="{93BDB4D7-D6C8-479C-B84A-4BF37E246065}" type="presParOf" srcId="{0D585D6D-7929-48D7-A939-C7B925707735}" destId="{A18C98DC-68E4-478E-8B93-2E397E7A6602}" srcOrd="9" destOrd="0" presId="urn:microsoft.com/office/officeart/2009/3/layout/RandomtoResultProcess"/>
    <dgm:cxn modelId="{F7DDA1AE-E21B-4239-8823-2D4082A076E4}" type="presParOf" srcId="{0D585D6D-7929-48D7-A939-C7B925707735}" destId="{182CEDEB-5D2C-4623-A623-4769BF92954C}" srcOrd="10" destOrd="0" presId="urn:microsoft.com/office/officeart/2009/3/layout/RandomtoResultProcess"/>
    <dgm:cxn modelId="{CB895E6B-DC63-48AC-BBCF-0150506567D2}" type="presParOf" srcId="{0D585D6D-7929-48D7-A939-C7B925707735}" destId="{5E6EF1BC-1C42-463D-9A27-A8AB19A58246}" srcOrd="11" destOrd="0" presId="urn:microsoft.com/office/officeart/2009/3/layout/RandomtoResultProcess"/>
    <dgm:cxn modelId="{6DC9479A-35AF-40EC-A223-1751F27CF4B7}" type="presParOf" srcId="{0D585D6D-7929-48D7-A939-C7B925707735}" destId="{58E96C14-EF0B-4C10-B3AF-EEEF92810D3E}" srcOrd="12" destOrd="0" presId="urn:microsoft.com/office/officeart/2009/3/layout/RandomtoResultProcess"/>
    <dgm:cxn modelId="{4D57CAD9-68A5-44E0-A2FD-2480B33B8EF4}" type="presParOf" srcId="{0D585D6D-7929-48D7-A939-C7B925707735}" destId="{ABE6C8F6-96CC-4182-8D37-FF19A0D4F249}" srcOrd="13" destOrd="0" presId="urn:microsoft.com/office/officeart/2009/3/layout/RandomtoResultProcess"/>
    <dgm:cxn modelId="{FF2CD074-B8CD-40CD-B8A0-B6155D8A9B21}" type="presParOf" srcId="{0D585D6D-7929-48D7-A939-C7B925707735}" destId="{135C92B0-CF01-4A48-A1FB-EBA34C99DE1E}" srcOrd="14" destOrd="0" presId="urn:microsoft.com/office/officeart/2009/3/layout/RandomtoResultProcess"/>
    <dgm:cxn modelId="{FF60440E-B758-41FC-B1FA-B8B592C0F53E}" type="presParOf" srcId="{0D585D6D-7929-48D7-A939-C7B925707735}" destId="{D81192C9-6566-4AE8-BDA3-B2F028E1CE45}" srcOrd="15" destOrd="0" presId="urn:microsoft.com/office/officeart/2009/3/layout/RandomtoResultProcess"/>
    <dgm:cxn modelId="{487D7246-E5D1-4EB1-B7A8-CAB88082693F}" type="presParOf" srcId="{0D585D6D-7929-48D7-A939-C7B925707735}" destId="{3938CCF5-789A-4A6C-9E27-957BF0EE95E5}" srcOrd="16" destOrd="0" presId="urn:microsoft.com/office/officeart/2009/3/layout/RandomtoResultProcess"/>
    <dgm:cxn modelId="{57E14778-3269-472E-B5C3-6A5B2AC57C72}" type="presParOf" srcId="{0D585D6D-7929-48D7-A939-C7B925707735}" destId="{CCA533C0-7D6A-4979-826A-9B0230E9398F}" srcOrd="17" destOrd="0" presId="urn:microsoft.com/office/officeart/2009/3/layout/RandomtoResultProcess"/>
    <dgm:cxn modelId="{972C01EB-C8CE-4973-9433-7646408403E6}" type="presParOf" srcId="{0D585D6D-7929-48D7-A939-C7B925707735}" destId="{B485A925-057B-4F0C-AE2C-63C7D6CBA672}" srcOrd="18" destOrd="0" presId="urn:microsoft.com/office/officeart/2009/3/layout/RandomtoResultProcess"/>
    <dgm:cxn modelId="{996496F9-4F05-4F07-AC6C-071A0BEDB76D}" type="presParOf" srcId="{0D585D6D-7929-48D7-A939-C7B925707735}" destId="{A6D6B9B0-A6C9-4B2F-802D-B1069BF4293A}" srcOrd="19" destOrd="0" presId="urn:microsoft.com/office/officeart/2009/3/layout/RandomtoResultProcess"/>
    <dgm:cxn modelId="{57FCBBFC-6531-479E-B7BE-BF892C588526}" type="presParOf" srcId="{52466C19-76B3-4A3E-AB9E-DE097D60F05F}" destId="{0A4E24D5-ED5B-4A77-94D8-EA129B035324}" srcOrd="1" destOrd="0" presId="urn:microsoft.com/office/officeart/2009/3/layout/RandomtoResultProcess"/>
    <dgm:cxn modelId="{3AB7A401-DF36-4A10-A6B8-62F789326AC0}" type="presParOf" srcId="{0A4E24D5-ED5B-4A77-94D8-EA129B035324}" destId="{034C63F5-67FA-464E-B9CC-3B25B264145C}" srcOrd="0" destOrd="0" presId="urn:microsoft.com/office/officeart/2009/3/layout/RandomtoResultProcess"/>
    <dgm:cxn modelId="{7195C324-1088-4718-930E-FC19F104FB19}" type="presParOf" srcId="{0A4E24D5-ED5B-4A77-94D8-EA129B035324}" destId="{563F48CE-C661-42ED-A047-BB6BFD1A3412}" srcOrd="1" destOrd="0" presId="urn:microsoft.com/office/officeart/2009/3/layout/RandomtoResultProcess"/>
    <dgm:cxn modelId="{73DA4224-F92F-4B5A-9901-432C7FB56F28}" type="presParOf" srcId="{52466C19-76B3-4A3E-AB9E-DE097D60F05F}" destId="{C6ED3713-28C9-460D-A801-0AD351E45F37}" srcOrd="2" destOrd="0" presId="urn:microsoft.com/office/officeart/2009/3/layout/RandomtoResultProcess"/>
    <dgm:cxn modelId="{0BEB5318-DF9A-44A4-B2EE-40008BC9FA66}" type="presParOf" srcId="{C6ED3713-28C9-460D-A801-0AD351E45F37}" destId="{2DB2326A-B00B-4FAD-AEED-8547FC9BD831}" srcOrd="0" destOrd="0" presId="urn:microsoft.com/office/officeart/2009/3/layout/RandomtoResultProcess"/>
    <dgm:cxn modelId="{CCD0A922-02A1-4064-BD6B-1D2B9F4967A9}" type="presParOf" srcId="{C6ED3713-28C9-460D-A801-0AD351E45F37}" destId="{4BAB3C57-555A-4F7E-B0C3-25F1092DD110}" srcOrd="1" destOrd="0" presId="urn:microsoft.com/office/officeart/2009/3/layout/RandomtoResultProcess"/>
    <dgm:cxn modelId="{FDE21418-6EDA-4511-AA91-A792B6794B0F}" type="presParOf" srcId="{52466C19-76B3-4A3E-AB9E-DE097D60F05F}" destId="{09346265-7A68-45D4-8E28-2F7AF14B4349}" srcOrd="3" destOrd="0" presId="urn:microsoft.com/office/officeart/2009/3/layout/RandomtoResultProcess"/>
    <dgm:cxn modelId="{341A0853-A8FB-4780-B12D-BAB8A40BB51B}" type="presParOf" srcId="{09346265-7A68-45D4-8E28-2F7AF14B4349}" destId="{A65FE121-CD95-4728-9AAF-078CC3A7BC23}" srcOrd="0" destOrd="0" presId="urn:microsoft.com/office/officeart/2009/3/layout/RandomtoResultProcess"/>
    <dgm:cxn modelId="{18895785-B470-4754-8934-E9D4DA86B3D3}" type="presParOf" srcId="{09346265-7A68-45D4-8E28-2F7AF14B4349}" destId="{5130A73B-1302-428A-93EF-6956F53FA1E3}" srcOrd="1" destOrd="0" presId="urn:microsoft.com/office/officeart/2009/3/layout/RandomtoResultProcess"/>
    <dgm:cxn modelId="{F08A680D-B07E-4EF7-B777-AEDA29B257C7}" type="presParOf" srcId="{52466C19-76B3-4A3E-AB9E-DE097D60F05F}" destId="{16A6DCDD-ABB4-43FD-B553-D025797FDB71}" srcOrd="4" destOrd="0" presId="urn:microsoft.com/office/officeart/2009/3/layout/RandomtoResultProcess"/>
    <dgm:cxn modelId="{77EA9908-4884-4F16-940B-66136B5D27A3}" type="presParOf" srcId="{16A6DCDD-ABB4-43FD-B553-D025797FDB71}" destId="{9750FF97-1EA0-4EA9-B912-0615CAFCB03F}" srcOrd="0" destOrd="0" presId="urn:microsoft.com/office/officeart/2009/3/layout/RandomtoResultProcess"/>
    <dgm:cxn modelId="{60E4C83C-342A-41D9-9925-3C73DD61A991}" type="presParOf" srcId="{16A6DCDD-ABB4-43FD-B553-D025797FDB71}" destId="{AF27564F-1E07-4F19-9C5A-BB78BF4DCF0C}" srcOrd="1" destOrd="0" presId="urn:microsoft.com/office/officeart/2009/3/layout/RandomtoResultProcess"/>
    <dgm:cxn modelId="{D83AEEDE-9374-4DFD-8F3D-306EE25A8FF0}" type="presParOf" srcId="{16A6DCDD-ABB4-43FD-B553-D025797FDB71}" destId="{DCE18387-5AAC-48C9-9838-F8AD8ED014C2}" srcOrd="2" destOrd="0" presId="urn:microsoft.com/office/officeart/2009/3/layout/RandomtoResultProcess"/>
    <dgm:cxn modelId="{4B27EFA1-EE1B-4A0E-BD5F-61957B3BF1A1}" type="presParOf" srcId="{52466C19-76B3-4A3E-AB9E-DE097D60F05F}" destId="{FA8A68FD-2EE9-4A34-B63C-33DD2B3F88EF}" srcOrd="5" destOrd="0" presId="urn:microsoft.com/office/officeart/2009/3/layout/RandomtoResultProcess"/>
    <dgm:cxn modelId="{5008E0CC-C080-4514-A539-0F083C957C0C}" type="presParOf" srcId="{FA8A68FD-2EE9-4A34-B63C-33DD2B3F88EF}" destId="{7D93E07C-82E3-49BC-BB5D-1AB3CCAE6A83}" srcOrd="0" destOrd="0" presId="urn:microsoft.com/office/officeart/2009/3/layout/RandomtoResultProcess"/>
    <dgm:cxn modelId="{69AF0361-6E86-4675-B754-05FE6F831EBF}" type="presParOf" srcId="{FA8A68FD-2EE9-4A34-B63C-33DD2B3F88EF}" destId="{86A638FE-654A-4F1B-9B58-36910783E7EF}" srcOrd="1" destOrd="0" presId="urn:microsoft.com/office/officeart/2009/3/layout/RandomtoResultProcess"/>
    <dgm:cxn modelId="{6303EE29-0E79-414A-BC0A-26C70E63EBB9}" type="presParOf" srcId="{52466C19-76B3-4A3E-AB9E-DE097D60F05F}" destId="{C5AD4A89-DC87-40C7-8CD2-F81F2ED69B8A}" srcOrd="6" destOrd="0" presId="urn:microsoft.com/office/officeart/2009/3/layout/RandomtoResultProcess"/>
    <dgm:cxn modelId="{5ED7FCDF-7A43-47D6-A25A-DF0F9EAD2B16}" type="presParOf" srcId="{C5AD4A89-DC87-40C7-8CD2-F81F2ED69B8A}" destId="{F3580B19-CFF2-4859-9893-BCF6B283E782}" srcOrd="0" destOrd="0" presId="urn:microsoft.com/office/officeart/2009/3/layout/RandomtoResultProcess"/>
    <dgm:cxn modelId="{82CDE563-D529-41DB-B4CF-F9628D4FCBC7}" type="presParOf" srcId="{C5AD4A89-DC87-40C7-8CD2-F81F2ED69B8A}" destId="{26DF44FF-B44B-4B50-B6CF-48446FDBC4CB}" srcOrd="1" destOrd="0" presId="urn:microsoft.com/office/officeart/2009/3/layout/RandomtoResultProcess"/>
    <dgm:cxn modelId="{628A48F0-C400-49F0-85B6-BAF2D9D52D72}" type="presParOf" srcId="{C5AD4A89-DC87-40C7-8CD2-F81F2ED69B8A}" destId="{7EC671D3-B546-4478-B873-C10FA88A15D0}" srcOrd="2" destOrd="0" presId="urn:microsoft.com/office/officeart/2009/3/layout/RandomtoResultProcess"/>
    <dgm:cxn modelId="{E1DB25E1-3E01-49AB-BCBB-DC2549D8BE6B}" type="presParOf" srcId="{52466C19-76B3-4A3E-AB9E-DE097D60F05F}" destId="{07BD8F80-8C9E-4F81-A13E-3294FB1EF3A6}" srcOrd="7" destOrd="0" presId="urn:microsoft.com/office/officeart/2009/3/layout/RandomtoResultProcess"/>
    <dgm:cxn modelId="{2A11E9BA-D7BB-4368-878F-81280167174E}" type="presParOf" srcId="{07BD8F80-8C9E-4F81-A13E-3294FB1EF3A6}" destId="{562D943C-5CE8-4951-BD47-BE2919D79CB0}" srcOrd="0" destOrd="0" presId="urn:microsoft.com/office/officeart/2009/3/layout/RandomtoResultProcess"/>
    <dgm:cxn modelId="{F3F10246-80CB-4153-BCAE-C8476940E4CC}" type="presParOf" srcId="{07BD8F80-8C9E-4F81-A13E-3294FB1EF3A6}" destId="{6D7F6071-5A0A-4569-B6EB-7D4D1871FFC0}" srcOrd="1" destOrd="0" presId="urn:microsoft.com/office/officeart/2009/3/layout/RandomtoResultProcess"/>
    <dgm:cxn modelId="{FF455660-971E-439F-B583-6B7DC410A226}" type="presParOf" srcId="{52466C19-76B3-4A3E-AB9E-DE097D60F05F}" destId="{342F3BE1-3C7E-4C99-BCCC-18199843FEC3}" srcOrd="8" destOrd="0" presId="urn:microsoft.com/office/officeart/2009/3/layout/RandomtoResultProcess"/>
    <dgm:cxn modelId="{B174EFFC-ACCA-4EAE-B1CD-3021A42FC15B}" type="presParOf" srcId="{342F3BE1-3C7E-4C99-BCCC-18199843FEC3}" destId="{543785A5-B022-43C8-BEDC-34EDB62C441E}" srcOrd="0" destOrd="0" presId="urn:microsoft.com/office/officeart/2009/3/layout/RandomtoResultProcess"/>
    <dgm:cxn modelId="{1D6969BB-F3D9-4A16-B3CB-5DE83B86DA78}" type="presParOf" srcId="{342F3BE1-3C7E-4C99-BCCC-18199843FEC3}" destId="{95884B95-7EC7-4BA4-B064-1013F3BB5056}" srcOrd="1" destOrd="0" presId="urn:microsoft.com/office/officeart/2009/3/layout/RandomtoResultProcess"/>
    <dgm:cxn modelId="{AF8C67A4-C76D-4D9B-B01F-B71B18B5A2FF}" type="presParOf" srcId="{342F3BE1-3C7E-4C99-BCCC-18199843FEC3}" destId="{3E95892B-E99B-41D8-B1BD-CBDDE807085B}" srcOrd="2" destOrd="0" presId="urn:microsoft.com/office/officeart/2009/3/layout/RandomtoResultProcess"/>
    <dgm:cxn modelId="{AA5DF635-8853-485E-8A11-21FB7906B0E5}" type="presParOf" srcId="{52466C19-76B3-4A3E-AB9E-DE097D60F05F}" destId="{DA06F487-1D8B-47ED-8707-086F381F302C}" srcOrd="9" destOrd="0" presId="urn:microsoft.com/office/officeart/2009/3/layout/RandomtoResultProcess"/>
    <dgm:cxn modelId="{3D06E7F3-10E6-472F-8D92-43B9AD9DB702}" type="presParOf" srcId="{DA06F487-1D8B-47ED-8707-086F381F302C}" destId="{2FDAC990-8A93-498B-9CA5-9AE01A81A7F2}" srcOrd="0" destOrd="0" presId="urn:microsoft.com/office/officeart/2009/3/layout/RandomtoResultProcess"/>
    <dgm:cxn modelId="{B57A39FE-AECF-4BCB-A592-F1875F72712D}" type="presParOf" srcId="{DA06F487-1D8B-47ED-8707-086F381F302C}" destId="{0A2F124E-BCB0-4382-AE92-08FF090F48B9}" srcOrd="1" destOrd="0" presId="urn:microsoft.com/office/officeart/2009/3/layout/RandomtoResultProcess"/>
    <dgm:cxn modelId="{E0B538BA-466A-4F19-8C53-AF4783A9EC08}" type="presParOf" srcId="{52466C19-76B3-4A3E-AB9E-DE097D60F05F}" destId="{D77C485A-143E-4BF7-9CBE-6ADBEF350C60}" srcOrd="10" destOrd="0" presId="urn:microsoft.com/office/officeart/2009/3/layout/RandomtoResultProcess"/>
    <dgm:cxn modelId="{5F16598D-6DB2-4757-A313-F931B187C2AD}" type="presParOf" srcId="{D77C485A-143E-4BF7-9CBE-6ADBEF350C60}" destId="{AD202AEC-11A5-4D81-904C-1D77C5D4FB41}" srcOrd="0" destOrd="0" presId="urn:microsoft.com/office/officeart/2009/3/layout/RandomtoResultProcess"/>
    <dgm:cxn modelId="{DB3E5E0B-0149-48C4-A4D5-B9F7386376CE}" type="presParOf" srcId="{D77C485A-143E-4BF7-9CBE-6ADBEF350C60}" destId="{3BDEE31C-B5DC-484D-B14C-4CB5CBACB57C}" srcOrd="1" destOrd="0" presId="urn:microsoft.com/office/officeart/2009/3/layout/RandomtoResultProcess"/>
    <dgm:cxn modelId="{93118A27-DDC8-48BE-9CC5-E435E87F7014}" type="presParOf" srcId="{D77C485A-143E-4BF7-9CBE-6ADBEF350C60}" destId="{66855E26-435D-4EC4-AC9D-E2A23A83BBD4}" srcOrd="2" destOrd="0" presId="urn:microsoft.com/office/officeart/2009/3/layout/RandomtoResultProcess"/>
    <dgm:cxn modelId="{11FF13F5-6F4D-469A-A962-7D7F9250B77A}" type="presParOf" srcId="{52466C19-76B3-4A3E-AB9E-DE097D60F05F}" destId="{294E7F81-5DF5-4FB7-B3DC-075F10907845}" srcOrd="11" destOrd="0" presId="urn:microsoft.com/office/officeart/2009/3/layout/RandomtoResultProcess"/>
    <dgm:cxn modelId="{A6AC88C6-E50E-449F-8781-61E538C2D03A}" type="presParOf" srcId="{294E7F81-5DF5-4FB7-B3DC-075F10907845}" destId="{25707666-F32D-4B4A-B67F-A5EF898191B6}" srcOrd="0" destOrd="0" presId="urn:microsoft.com/office/officeart/2009/3/layout/RandomtoResultProcess"/>
    <dgm:cxn modelId="{001A8FE9-A155-4D71-B051-925511D92540}" type="presParOf" srcId="{294E7F81-5DF5-4FB7-B3DC-075F10907845}" destId="{A2E7A61F-AABB-446B-A020-3E67B57FD25F}" srcOrd="1" destOrd="0" presId="urn:microsoft.com/office/officeart/2009/3/layout/RandomtoResultProcess"/>
    <dgm:cxn modelId="{D80864F9-16BA-4D4F-A224-28DF9CE9360B}" type="presParOf" srcId="{52466C19-76B3-4A3E-AB9E-DE097D60F05F}" destId="{FCB9329A-5B91-4B69-A0C3-7DBC479F8508}" srcOrd="12" destOrd="0" presId="urn:microsoft.com/office/officeart/2009/3/layout/RandomtoResultProcess"/>
    <dgm:cxn modelId="{11ABAC2C-D1A5-4FCC-BBDB-5D087D250631}" type="presParOf" srcId="{FCB9329A-5B91-4B69-A0C3-7DBC479F8508}" destId="{C0CFBD17-A859-454E-BCDC-843887013233}" srcOrd="0" destOrd="0" presId="urn:microsoft.com/office/officeart/2009/3/layout/RandomtoResultProcess"/>
    <dgm:cxn modelId="{09211FDE-1412-4FF4-871A-5A079C506F01}" type="presParOf" srcId="{FCB9329A-5B91-4B69-A0C3-7DBC479F8508}" destId="{374A1BB3-0703-430F-9477-A6FE6FD45119}" srcOrd="1" destOrd="0" presId="urn:microsoft.com/office/officeart/2009/3/layout/RandomtoResultProcess"/>
    <dgm:cxn modelId="{18659EB4-59FA-4C19-B1EA-BF68C1A5529D}" type="presParOf" srcId="{FCB9329A-5B91-4B69-A0C3-7DBC479F8508}" destId="{68220C4B-0444-4BD6-AA06-F44E45321D5C}" srcOrd="2" destOrd="0" presId="urn:microsoft.com/office/officeart/2009/3/layout/RandomtoResultProcess"/>
    <dgm:cxn modelId="{13611E89-1923-4EEE-9244-2075B53E684D}" type="presParOf" srcId="{52466C19-76B3-4A3E-AB9E-DE097D60F05F}" destId="{9C5FF1BE-7EA6-4115-899A-124D53D49D4F}" srcOrd="13" destOrd="0" presId="urn:microsoft.com/office/officeart/2009/3/layout/RandomtoResultProcess"/>
    <dgm:cxn modelId="{C0483ECA-331B-4EDE-A3E9-CEA6FEF50ADD}" type="presParOf" srcId="{9C5FF1BE-7EA6-4115-899A-124D53D49D4F}" destId="{C7D0062B-0E43-4CE0-9777-F956890B4EC9}" srcOrd="0" destOrd="0" presId="urn:microsoft.com/office/officeart/2009/3/layout/RandomtoResultProcess"/>
    <dgm:cxn modelId="{1E5E8F5C-632E-4744-B2DB-ED4F99BBD08F}" type="presParOf" srcId="{9C5FF1BE-7EA6-4115-899A-124D53D49D4F}" destId="{3137FAC8-4F24-4C4B-95BC-9CF986CC6273}" srcOrd="1" destOrd="0" presId="urn:microsoft.com/office/officeart/2009/3/layout/RandomtoResultProcess"/>
    <dgm:cxn modelId="{39C13337-95E3-4074-B421-2EB3F14B73FE}" type="presParOf" srcId="{52466C19-76B3-4A3E-AB9E-DE097D60F05F}" destId="{446A165F-E584-474A-9584-744F5E2AA5CD}" srcOrd="14" destOrd="0" presId="urn:microsoft.com/office/officeart/2009/3/layout/RandomtoResultProcess"/>
    <dgm:cxn modelId="{CD7B404F-5917-4CC8-85AA-D676A72EF758}" type="presParOf" srcId="{446A165F-E584-474A-9584-744F5E2AA5CD}" destId="{6575F536-C99C-4894-B7C0-F65D325FD75B}" srcOrd="0" destOrd="0" presId="urn:microsoft.com/office/officeart/2009/3/layout/RandomtoResultProcess"/>
    <dgm:cxn modelId="{AC954972-C718-4E34-9231-76F54FCA05B2}" type="presParOf" srcId="{446A165F-E584-474A-9584-744F5E2AA5CD}" destId="{9AAD1B18-EB72-4199-8807-BD4D045DB410}" srcOrd="1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6035E6-DB67-4B16-BB26-311D0BDF5C8B}">
      <dsp:nvSpPr>
        <dsp:cNvPr id="0" name=""/>
        <dsp:cNvSpPr/>
      </dsp:nvSpPr>
      <dsp:spPr>
        <a:xfrm>
          <a:off x="46219" y="305858"/>
          <a:ext cx="678659" cy="223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Problem Identification and Background Study</a:t>
          </a:r>
        </a:p>
      </dsp:txBody>
      <dsp:txXfrm>
        <a:off x="46219" y="305858"/>
        <a:ext cx="678659" cy="223649"/>
      </dsp:txXfrm>
    </dsp:sp>
    <dsp:sp modelId="{600BBF63-3381-4A7D-9D69-D149E7F746A5}">
      <dsp:nvSpPr>
        <dsp:cNvPr id="0" name=""/>
        <dsp:cNvSpPr/>
      </dsp:nvSpPr>
      <dsp:spPr>
        <a:xfrm>
          <a:off x="46219" y="777457"/>
          <a:ext cx="678659" cy="4190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/>
        </a:p>
      </dsp:txBody>
      <dsp:txXfrm>
        <a:off x="46219" y="777457"/>
        <a:ext cx="678659" cy="419009"/>
      </dsp:txXfrm>
    </dsp:sp>
    <dsp:sp modelId="{070E94BE-6A9E-483A-8C01-9DEC66C7E11D}">
      <dsp:nvSpPr>
        <dsp:cNvPr id="0" name=""/>
        <dsp:cNvSpPr/>
      </dsp:nvSpPr>
      <dsp:spPr>
        <a:xfrm>
          <a:off x="45448" y="237837"/>
          <a:ext cx="53984" cy="53984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5BD0687-3359-4E47-A6B4-4A6AE2386C1D}">
      <dsp:nvSpPr>
        <dsp:cNvPr id="0" name=""/>
        <dsp:cNvSpPr/>
      </dsp:nvSpPr>
      <dsp:spPr>
        <a:xfrm>
          <a:off x="83237" y="162259"/>
          <a:ext cx="53984" cy="53984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F9183CD-F261-4D48-A035-445F97E2FF3B}">
      <dsp:nvSpPr>
        <dsp:cNvPr id="0" name=""/>
        <dsp:cNvSpPr/>
      </dsp:nvSpPr>
      <dsp:spPr>
        <a:xfrm>
          <a:off x="173930" y="177375"/>
          <a:ext cx="84832" cy="84832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0E9EEB7-52A0-4A5D-9A85-C63060A6C50F}">
      <dsp:nvSpPr>
        <dsp:cNvPr id="0" name=""/>
        <dsp:cNvSpPr/>
      </dsp:nvSpPr>
      <dsp:spPr>
        <a:xfrm>
          <a:off x="249508" y="94239"/>
          <a:ext cx="53984" cy="53984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2090243-00C9-4742-82A4-22600FF50EB2}">
      <dsp:nvSpPr>
        <dsp:cNvPr id="0" name=""/>
        <dsp:cNvSpPr/>
      </dsp:nvSpPr>
      <dsp:spPr>
        <a:xfrm>
          <a:off x="347760" y="64008"/>
          <a:ext cx="53984" cy="53984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8E636A5-8B2C-4714-A9CA-358C861D6AF6}">
      <dsp:nvSpPr>
        <dsp:cNvPr id="0" name=""/>
        <dsp:cNvSpPr/>
      </dsp:nvSpPr>
      <dsp:spPr>
        <a:xfrm>
          <a:off x="468684" y="116913"/>
          <a:ext cx="53984" cy="53984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3768A4D-DFA3-426C-8710-F23F261F923E}">
      <dsp:nvSpPr>
        <dsp:cNvPr id="0" name=""/>
        <dsp:cNvSpPr/>
      </dsp:nvSpPr>
      <dsp:spPr>
        <a:xfrm>
          <a:off x="544262" y="154702"/>
          <a:ext cx="84832" cy="84832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18C98DC-68E4-478E-8B93-2E397E7A6602}">
      <dsp:nvSpPr>
        <dsp:cNvPr id="0" name=""/>
        <dsp:cNvSpPr/>
      </dsp:nvSpPr>
      <dsp:spPr>
        <a:xfrm>
          <a:off x="650072" y="237837"/>
          <a:ext cx="53984" cy="53984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82CEDEB-5D2C-4623-A623-4769BF92954C}">
      <dsp:nvSpPr>
        <dsp:cNvPr id="0" name=""/>
        <dsp:cNvSpPr/>
      </dsp:nvSpPr>
      <dsp:spPr>
        <a:xfrm>
          <a:off x="695418" y="320973"/>
          <a:ext cx="53984" cy="53984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E6EF1BC-1C42-463D-9A27-A8AB19A58246}">
      <dsp:nvSpPr>
        <dsp:cNvPr id="0" name=""/>
        <dsp:cNvSpPr/>
      </dsp:nvSpPr>
      <dsp:spPr>
        <a:xfrm>
          <a:off x="302413" y="162259"/>
          <a:ext cx="138816" cy="138816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8E96C14-EF0B-4C10-B3AF-EEEF92810D3E}">
      <dsp:nvSpPr>
        <dsp:cNvPr id="0" name=""/>
        <dsp:cNvSpPr/>
      </dsp:nvSpPr>
      <dsp:spPr>
        <a:xfrm>
          <a:off x="7659" y="449456"/>
          <a:ext cx="53984" cy="53984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BE6C8F6-96CC-4182-8D37-FF19A0D4F249}">
      <dsp:nvSpPr>
        <dsp:cNvPr id="0" name=""/>
        <dsp:cNvSpPr/>
      </dsp:nvSpPr>
      <dsp:spPr>
        <a:xfrm>
          <a:off x="53005" y="517476"/>
          <a:ext cx="84832" cy="84832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35C92B0-CF01-4A48-A1FB-EBA34C99DE1E}">
      <dsp:nvSpPr>
        <dsp:cNvPr id="0" name=""/>
        <dsp:cNvSpPr/>
      </dsp:nvSpPr>
      <dsp:spPr>
        <a:xfrm>
          <a:off x="166372" y="577938"/>
          <a:ext cx="123392" cy="123392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81192C9-6566-4AE8-BDA3-B2F028E1CE45}">
      <dsp:nvSpPr>
        <dsp:cNvPr id="0" name=""/>
        <dsp:cNvSpPr/>
      </dsp:nvSpPr>
      <dsp:spPr>
        <a:xfrm>
          <a:off x="325086" y="676190"/>
          <a:ext cx="53984" cy="53984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938CCF5-789A-4A6C-9E27-957BF0EE95E5}">
      <dsp:nvSpPr>
        <dsp:cNvPr id="0" name=""/>
        <dsp:cNvSpPr/>
      </dsp:nvSpPr>
      <dsp:spPr>
        <a:xfrm>
          <a:off x="355317" y="577938"/>
          <a:ext cx="84832" cy="84832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CA533C0-7D6A-4979-826A-9B0230E9398F}">
      <dsp:nvSpPr>
        <dsp:cNvPr id="0" name=""/>
        <dsp:cNvSpPr/>
      </dsp:nvSpPr>
      <dsp:spPr>
        <a:xfrm>
          <a:off x="430895" y="683747"/>
          <a:ext cx="53984" cy="53984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485A925-057B-4F0C-AE2C-63C7D6CBA672}">
      <dsp:nvSpPr>
        <dsp:cNvPr id="0" name=""/>
        <dsp:cNvSpPr/>
      </dsp:nvSpPr>
      <dsp:spPr>
        <a:xfrm>
          <a:off x="498916" y="562823"/>
          <a:ext cx="123392" cy="123392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6D6B9B0-A6C9-4B2F-802D-B1069BF4293A}">
      <dsp:nvSpPr>
        <dsp:cNvPr id="0" name=""/>
        <dsp:cNvSpPr/>
      </dsp:nvSpPr>
      <dsp:spPr>
        <a:xfrm>
          <a:off x="665187" y="532591"/>
          <a:ext cx="84832" cy="84832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34C63F5-67FA-464E-B9CC-3B25B264145C}">
      <dsp:nvSpPr>
        <dsp:cNvPr id="0" name=""/>
        <dsp:cNvSpPr/>
      </dsp:nvSpPr>
      <dsp:spPr>
        <a:xfrm>
          <a:off x="750020" y="177249"/>
          <a:ext cx="249140" cy="475636"/>
        </a:xfrm>
        <a:prstGeom prst="chevron">
          <a:avLst>
            <a:gd name="adj" fmla="val 6231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DB2326A-B00B-4FAD-AEED-8547FC9BD831}">
      <dsp:nvSpPr>
        <dsp:cNvPr id="0" name=""/>
        <dsp:cNvSpPr/>
      </dsp:nvSpPr>
      <dsp:spPr>
        <a:xfrm>
          <a:off x="999160" y="177480"/>
          <a:ext cx="679474" cy="4756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Data Collection</a:t>
          </a:r>
        </a:p>
      </dsp:txBody>
      <dsp:txXfrm>
        <a:off x="999160" y="177480"/>
        <a:ext cx="679474" cy="475632"/>
      </dsp:txXfrm>
    </dsp:sp>
    <dsp:sp modelId="{A65FE121-CD95-4728-9AAF-078CC3A7BC23}">
      <dsp:nvSpPr>
        <dsp:cNvPr id="0" name=""/>
        <dsp:cNvSpPr/>
      </dsp:nvSpPr>
      <dsp:spPr>
        <a:xfrm>
          <a:off x="1678635" y="177249"/>
          <a:ext cx="249140" cy="475636"/>
        </a:xfrm>
        <a:prstGeom prst="chevron">
          <a:avLst>
            <a:gd name="adj" fmla="val 6231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750FF97-1EA0-4EA9-B912-0615CAFCB03F}">
      <dsp:nvSpPr>
        <dsp:cNvPr id="0" name=""/>
        <dsp:cNvSpPr/>
      </dsp:nvSpPr>
      <dsp:spPr>
        <a:xfrm>
          <a:off x="1927776" y="177480"/>
          <a:ext cx="679474" cy="4756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Database Creation</a:t>
          </a:r>
        </a:p>
      </dsp:txBody>
      <dsp:txXfrm>
        <a:off x="1927776" y="177480"/>
        <a:ext cx="679474" cy="475632"/>
      </dsp:txXfrm>
    </dsp:sp>
    <dsp:sp modelId="{AF27564F-1E07-4F19-9C5A-BB78BF4DCF0C}">
      <dsp:nvSpPr>
        <dsp:cNvPr id="0" name=""/>
        <dsp:cNvSpPr/>
      </dsp:nvSpPr>
      <dsp:spPr>
        <a:xfrm>
          <a:off x="1927776" y="777457"/>
          <a:ext cx="679474" cy="4190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SQL </a:t>
          </a:r>
        </a:p>
      </dsp:txBody>
      <dsp:txXfrm>
        <a:off x="1927776" y="777457"/>
        <a:ext cx="679474" cy="419009"/>
      </dsp:txXfrm>
    </dsp:sp>
    <dsp:sp modelId="{7D93E07C-82E3-49BC-BB5D-1AB3CCAE6A83}">
      <dsp:nvSpPr>
        <dsp:cNvPr id="0" name=""/>
        <dsp:cNvSpPr/>
      </dsp:nvSpPr>
      <dsp:spPr>
        <a:xfrm>
          <a:off x="2607251" y="177249"/>
          <a:ext cx="249140" cy="475636"/>
        </a:xfrm>
        <a:prstGeom prst="chevron">
          <a:avLst>
            <a:gd name="adj" fmla="val 6231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3580B19-CFF2-4859-9893-BCF6B283E782}">
      <dsp:nvSpPr>
        <dsp:cNvPr id="0" name=""/>
        <dsp:cNvSpPr/>
      </dsp:nvSpPr>
      <dsp:spPr>
        <a:xfrm>
          <a:off x="2856391" y="177480"/>
          <a:ext cx="679474" cy="4756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Visualization</a:t>
          </a:r>
        </a:p>
      </dsp:txBody>
      <dsp:txXfrm>
        <a:off x="2856391" y="177480"/>
        <a:ext cx="679474" cy="475632"/>
      </dsp:txXfrm>
    </dsp:sp>
    <dsp:sp modelId="{26DF44FF-B44B-4B50-B6CF-48446FDBC4CB}">
      <dsp:nvSpPr>
        <dsp:cNvPr id="0" name=""/>
        <dsp:cNvSpPr/>
      </dsp:nvSpPr>
      <dsp:spPr>
        <a:xfrm>
          <a:off x="2856391" y="777457"/>
          <a:ext cx="679474" cy="4190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Power BI</a:t>
          </a:r>
        </a:p>
      </dsp:txBody>
      <dsp:txXfrm>
        <a:off x="2856391" y="777457"/>
        <a:ext cx="679474" cy="419009"/>
      </dsp:txXfrm>
    </dsp:sp>
    <dsp:sp modelId="{562D943C-5CE8-4951-BD47-BE2919D79CB0}">
      <dsp:nvSpPr>
        <dsp:cNvPr id="0" name=""/>
        <dsp:cNvSpPr/>
      </dsp:nvSpPr>
      <dsp:spPr>
        <a:xfrm>
          <a:off x="3535866" y="177249"/>
          <a:ext cx="249140" cy="475636"/>
        </a:xfrm>
        <a:prstGeom prst="chevron">
          <a:avLst>
            <a:gd name="adj" fmla="val 6231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43785A5-B022-43C8-BEDC-34EDB62C441E}">
      <dsp:nvSpPr>
        <dsp:cNvPr id="0" name=""/>
        <dsp:cNvSpPr/>
      </dsp:nvSpPr>
      <dsp:spPr>
        <a:xfrm>
          <a:off x="3785007" y="177480"/>
          <a:ext cx="679474" cy="4756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Frontend Development</a:t>
          </a:r>
        </a:p>
      </dsp:txBody>
      <dsp:txXfrm>
        <a:off x="3785007" y="177480"/>
        <a:ext cx="679474" cy="475632"/>
      </dsp:txXfrm>
    </dsp:sp>
    <dsp:sp modelId="{95884B95-7EC7-4BA4-B064-1013F3BB5056}">
      <dsp:nvSpPr>
        <dsp:cNvPr id="0" name=""/>
        <dsp:cNvSpPr/>
      </dsp:nvSpPr>
      <dsp:spPr>
        <a:xfrm>
          <a:off x="3785007" y="777457"/>
          <a:ext cx="679474" cy="4190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HTML, CSS, and JS</a:t>
          </a:r>
        </a:p>
      </dsp:txBody>
      <dsp:txXfrm>
        <a:off x="3785007" y="777457"/>
        <a:ext cx="679474" cy="419009"/>
      </dsp:txXfrm>
    </dsp:sp>
    <dsp:sp modelId="{2FDAC990-8A93-498B-9CA5-9AE01A81A7F2}">
      <dsp:nvSpPr>
        <dsp:cNvPr id="0" name=""/>
        <dsp:cNvSpPr/>
      </dsp:nvSpPr>
      <dsp:spPr>
        <a:xfrm>
          <a:off x="4464482" y="177249"/>
          <a:ext cx="249140" cy="475636"/>
        </a:xfrm>
        <a:prstGeom prst="chevron">
          <a:avLst>
            <a:gd name="adj" fmla="val 6231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D202AEC-11A5-4D81-904C-1D77C5D4FB41}">
      <dsp:nvSpPr>
        <dsp:cNvPr id="0" name=""/>
        <dsp:cNvSpPr/>
      </dsp:nvSpPr>
      <dsp:spPr>
        <a:xfrm>
          <a:off x="4713623" y="177480"/>
          <a:ext cx="679474" cy="4756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Risk Model Development</a:t>
          </a:r>
        </a:p>
      </dsp:txBody>
      <dsp:txXfrm>
        <a:off x="4713623" y="177480"/>
        <a:ext cx="679474" cy="475632"/>
      </dsp:txXfrm>
    </dsp:sp>
    <dsp:sp modelId="{3BDEE31C-B5DC-484D-B14C-4CB5CBACB57C}">
      <dsp:nvSpPr>
        <dsp:cNvPr id="0" name=""/>
        <dsp:cNvSpPr/>
      </dsp:nvSpPr>
      <dsp:spPr>
        <a:xfrm>
          <a:off x="4713623" y="777457"/>
          <a:ext cx="679474" cy="4190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LSTM</a:t>
          </a:r>
        </a:p>
      </dsp:txBody>
      <dsp:txXfrm>
        <a:off x="4713623" y="777457"/>
        <a:ext cx="679474" cy="419009"/>
      </dsp:txXfrm>
    </dsp:sp>
    <dsp:sp modelId="{25707666-F32D-4B4A-B67F-A5EF898191B6}">
      <dsp:nvSpPr>
        <dsp:cNvPr id="0" name=""/>
        <dsp:cNvSpPr/>
      </dsp:nvSpPr>
      <dsp:spPr>
        <a:xfrm>
          <a:off x="5393097" y="177249"/>
          <a:ext cx="249140" cy="475636"/>
        </a:xfrm>
        <a:prstGeom prst="chevron">
          <a:avLst>
            <a:gd name="adj" fmla="val 6231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0CFBD17-A859-454E-BCDC-843887013233}">
      <dsp:nvSpPr>
        <dsp:cNvPr id="0" name=""/>
        <dsp:cNvSpPr/>
      </dsp:nvSpPr>
      <dsp:spPr>
        <a:xfrm>
          <a:off x="5642238" y="177480"/>
          <a:ext cx="679474" cy="4756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Integration</a:t>
          </a:r>
        </a:p>
      </dsp:txBody>
      <dsp:txXfrm>
        <a:off x="5642238" y="177480"/>
        <a:ext cx="679474" cy="475632"/>
      </dsp:txXfrm>
    </dsp:sp>
    <dsp:sp modelId="{374A1BB3-0703-430F-9477-A6FE6FD45119}">
      <dsp:nvSpPr>
        <dsp:cNvPr id="0" name=""/>
        <dsp:cNvSpPr/>
      </dsp:nvSpPr>
      <dsp:spPr>
        <a:xfrm>
          <a:off x="5642238" y="777457"/>
          <a:ext cx="679474" cy="4190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/>
            <a:t>Django or Ducdb</a:t>
          </a:r>
        </a:p>
      </dsp:txBody>
      <dsp:txXfrm>
        <a:off x="5642238" y="777457"/>
        <a:ext cx="679474" cy="419009"/>
      </dsp:txXfrm>
    </dsp:sp>
    <dsp:sp modelId="{C7D0062B-0E43-4CE0-9777-F956890B4EC9}">
      <dsp:nvSpPr>
        <dsp:cNvPr id="0" name=""/>
        <dsp:cNvSpPr/>
      </dsp:nvSpPr>
      <dsp:spPr>
        <a:xfrm>
          <a:off x="6321713" y="177249"/>
          <a:ext cx="249140" cy="475636"/>
        </a:xfrm>
        <a:prstGeom prst="chevron">
          <a:avLst>
            <a:gd name="adj" fmla="val 62310"/>
          </a:avLst>
        </a:prstGeom>
        <a:gradFill rotWithShape="0">
          <a:gsLst>
            <a:gs pos="0">
              <a:schemeClr val="accent5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tint val="6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575F536-C99C-4894-B7C0-F65D325FD75B}">
      <dsp:nvSpPr>
        <dsp:cNvPr id="0" name=""/>
        <dsp:cNvSpPr/>
      </dsp:nvSpPr>
      <dsp:spPr>
        <a:xfrm>
          <a:off x="6598033" y="137942"/>
          <a:ext cx="577553" cy="577553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kern="1200"/>
            <a:t>Deployment</a:t>
          </a:r>
        </a:p>
      </dsp:txBody>
      <dsp:txXfrm>
        <a:off x="6682614" y="222523"/>
        <a:ext cx="408391" cy="4083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100" b="0" i="0" u="none" strike="noStrike" cap="none"/>
            </a:lvl1pPr>
            <a:lvl2pPr marL="914400" marR="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 sz="1100" b="0" i="0" u="none" strike="noStrike" cap="none"/>
            </a:lvl2pPr>
            <a:lvl3pPr marL="1371600" marR="0" lvl="2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 sz="1100" b="0" i="0" u="none" strike="noStrike" cap="none"/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100" b="0" i="0" u="none" strike="noStrike" cap="none"/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 sz="1100" b="0" i="0" u="none" strike="noStrike" cap="none"/>
            </a:lvl5pPr>
            <a:lvl6pPr marL="2743200" marR="0" lvl="5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 sz="1100" b="0" i="0" u="none" strike="noStrike" cap="none"/>
            </a:lvl6pPr>
            <a:lvl7pPr marL="3200400" marR="0" lvl="6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100" b="0" i="0" u="none" strike="noStrike" cap="none"/>
            </a:lvl7pPr>
            <a:lvl8pPr marL="3657600" marR="0" lvl="7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 sz="1100" b="0" i="0" u="none" strike="noStrike" cap="none"/>
            </a:lvl8pPr>
            <a:lvl9pPr marL="4114800" marR="0" lvl="8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 sz="11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1886797"/>
            <a:ext cx="8520600" cy="18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 flipH="1">
            <a:off x="18" y="67300"/>
            <a:ext cx="9143982" cy="1420254"/>
          </a:xfrm>
          <a:prstGeom prst="flowChartDocumen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/>
          <p:nvPr/>
        </p:nvSpPr>
        <p:spPr>
          <a:xfrm flipH="1">
            <a:off x="18" y="0"/>
            <a:ext cx="9143982" cy="1420254"/>
          </a:xfrm>
          <a:prstGeom prst="flowChartDocument">
            <a:avLst/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-11025" y="5919900"/>
            <a:ext cx="9155100" cy="938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25" y="5919900"/>
            <a:ext cx="35721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MISSION</a:t>
            </a:r>
            <a:endParaRPr sz="1400" b="1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is a nurturing ground for an individual’s holistic development to make effective contribution to the society in a dynamic environment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3709075" y="5919900"/>
            <a:ext cx="20307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VISION</a:t>
            </a:r>
            <a:endParaRPr sz="1400" b="1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6067875" y="5919900"/>
            <a:ext cx="29844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CORE   VALUES</a:t>
            </a:r>
            <a:endParaRPr sz="1400" b="1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Faith in God |  Moral Uprightness</a:t>
            </a:r>
            <a:b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Love of Fellow Beings   </a:t>
            </a:r>
            <a:b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Social Responsibility | Pursuit of Excellence</a:t>
            </a:r>
            <a:endParaRPr sz="11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9" name="Google Shape;1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43450" y="232167"/>
            <a:ext cx="2764676" cy="1002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" name="Google Shape;26;p3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" name="Google Shape;34;p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" name="Google Shape;44;p5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5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6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2" name="Google Shape;52;p6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9" name="Google Shape;59;p7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7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Google Shape;61;p7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7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7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8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9" name="Google Shape;69;p8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8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8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9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9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" name="Google Shape;80;p9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9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9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0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0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8" name="Google Shape;88;p10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0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0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  <a:defRPr/>
            </a:lvl1pPr>
            <a:lvl2pPr marL="914400" lvl="1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2pPr>
            <a:lvl3pPr marL="1371600" lvl="2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3pPr>
            <a:lvl4pPr marL="1828800" lvl="3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4pPr>
            <a:lvl5pPr marL="2286000" lvl="4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5pPr>
            <a:lvl6pPr marL="2743200" lvl="5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marL="3200400" lvl="6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marL="3657600" lvl="7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marL="4114800" lvl="8" indent="-34290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5" name="Google Shape;95;p11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1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7" name="Google Shape;97;p11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1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1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2" name="Google Shape;102;p1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2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4" name="Google Shape;104;p12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2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2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chivo Narrow"/>
              <a:buChar char="●"/>
              <a:defRPr sz="22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formatica.com/blogs/data-fragmentation-is-cdo-top-challenge-in-2022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8/10/relationships/comments" Target="../comments/modernComment_108_689ACC0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f.org/en/Publications/WEO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3"/>
          <p:cNvSpPr txBox="1">
            <a:spLocks noGrp="1"/>
          </p:cNvSpPr>
          <p:nvPr>
            <p:ph type="ctrTitle"/>
          </p:nvPr>
        </p:nvSpPr>
        <p:spPr>
          <a:xfrm>
            <a:off x="311700" y="2014872"/>
            <a:ext cx="8520600" cy="17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</a:pPr>
            <a:r>
              <a:rPr lang="en-IN" dirty="0"/>
              <a:t>HeadStart: Developing Financial Solutions for Small-scale Businesses</a:t>
            </a:r>
            <a:endParaRPr dirty="0"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"/>
          </p:nvPr>
        </p:nvSpPr>
        <p:spPr>
          <a:xfrm>
            <a:off x="311699" y="4460894"/>
            <a:ext cx="3488775" cy="137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IN" sz="1600" dirty="0" err="1"/>
              <a:t>Abhiram</a:t>
            </a:r>
            <a:r>
              <a:rPr lang="en-IN" sz="1600" dirty="0"/>
              <a:t> S Nair (2348303)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IN" sz="1600" dirty="0" err="1"/>
              <a:t>Amogh</a:t>
            </a:r>
            <a:r>
              <a:rPr lang="en-IN" sz="1600" dirty="0"/>
              <a:t> DR (2348309)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IN" sz="1600" dirty="0"/>
              <a:t>Deependra Singh Rao (2348316)</a:t>
            </a:r>
          </a:p>
          <a:p>
            <a:pPr marL="0" indent="0" algn="l"/>
            <a:r>
              <a:rPr lang="en-IN" sz="1600" dirty="0"/>
              <a:t>John Jerry (2348330)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IN" sz="1600" dirty="0"/>
              <a:t>Prem T (2348363)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endParaRPr sz="1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50DB9C-D2DB-1793-12A0-EFB8C44DB1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b="1" smtClean="0">
                <a:solidFill>
                  <a:srgbClr val="0070C0"/>
                </a:solidFill>
              </a:rPr>
              <a:t>1</a:t>
            </a:fld>
            <a:endParaRPr lang="en-GB" b="1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777586-47F0-19F4-3D58-B72EA0EA4568}"/>
              </a:ext>
            </a:extLst>
          </p:cNvPr>
          <p:cNvSpPr txBox="1"/>
          <p:nvPr/>
        </p:nvSpPr>
        <p:spPr>
          <a:xfrm>
            <a:off x="6460058" y="5307827"/>
            <a:ext cx="2561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Under the guidance of: </a:t>
            </a:r>
          </a:p>
          <a:p>
            <a:r>
              <a:rPr lang="en-IN" dirty="0" err="1"/>
              <a:t>Dr.</a:t>
            </a:r>
            <a:r>
              <a:rPr lang="en-IN" dirty="0"/>
              <a:t> Hemanth 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IN" dirty="0"/>
              <a:t>Table of Contents</a:t>
            </a:r>
            <a:endParaRPr dirty="0"/>
          </a:p>
        </p:txBody>
      </p:sp>
      <p:sp>
        <p:nvSpPr>
          <p:cNvPr id="118" name="Google Shape;118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spcAft>
                <a:spcPts val="600"/>
              </a:spcAft>
            </a:pPr>
            <a:r>
              <a:rPr lang="en-IN" sz="2000" dirty="0"/>
              <a:t>Abstract and Modules</a:t>
            </a:r>
          </a:p>
          <a:p>
            <a:pPr marL="342900" indent="-342900">
              <a:spcAft>
                <a:spcPts val="600"/>
              </a:spcAft>
            </a:pPr>
            <a:r>
              <a:rPr lang="en-IN" sz="2000" dirty="0"/>
              <a:t>Introduction</a:t>
            </a:r>
          </a:p>
          <a:p>
            <a:pPr marL="342900" indent="-342900">
              <a:spcAft>
                <a:spcPts val="600"/>
              </a:spcAft>
            </a:pPr>
            <a:r>
              <a:rPr lang="en-IN" sz="2000" dirty="0"/>
              <a:t>Problem Definition</a:t>
            </a:r>
          </a:p>
          <a:p>
            <a:pPr marL="342900" indent="-342900">
              <a:spcAft>
                <a:spcPts val="600"/>
              </a:spcAft>
            </a:pPr>
            <a:r>
              <a:rPr lang="en-IN" sz="2000" dirty="0"/>
              <a:t>Target Audience</a:t>
            </a:r>
          </a:p>
          <a:p>
            <a:pPr marL="342900" indent="-342900">
              <a:spcAft>
                <a:spcPts val="600"/>
              </a:spcAft>
            </a:pPr>
            <a:r>
              <a:rPr lang="en-IN" sz="2000" dirty="0"/>
              <a:t>Statistics</a:t>
            </a:r>
          </a:p>
          <a:p>
            <a:pPr marL="342900" indent="-342900">
              <a:spcAft>
                <a:spcPts val="600"/>
              </a:spcAft>
            </a:pPr>
            <a:r>
              <a:rPr lang="en-IN" sz="2000" dirty="0"/>
              <a:t>Case Study</a:t>
            </a:r>
          </a:p>
          <a:p>
            <a:pPr marL="342900" indent="-342900">
              <a:spcAft>
                <a:spcPts val="600"/>
              </a:spcAft>
            </a:pPr>
            <a:r>
              <a:rPr lang="en-IN" sz="2000" dirty="0"/>
              <a:t>Available Solutions</a:t>
            </a:r>
          </a:p>
          <a:p>
            <a:pPr marL="342900" indent="-342900">
              <a:spcAft>
                <a:spcPts val="600"/>
              </a:spcAft>
            </a:pPr>
            <a:r>
              <a:rPr lang="en-IN" sz="2000" dirty="0"/>
              <a:t>Components of Study</a:t>
            </a:r>
          </a:p>
          <a:p>
            <a:pPr marL="342900" indent="-342900">
              <a:spcAft>
                <a:spcPts val="600"/>
              </a:spcAft>
            </a:pPr>
            <a:r>
              <a:rPr lang="en-IN" sz="2000" dirty="0"/>
              <a:t>System Requirements</a:t>
            </a:r>
          </a:p>
          <a:p>
            <a:pPr marL="342900" indent="-342900">
              <a:spcAft>
                <a:spcPts val="600"/>
              </a:spcAft>
            </a:pPr>
            <a:r>
              <a:rPr lang="en-IN" sz="2000" dirty="0"/>
              <a:t>Progress Report</a:t>
            </a:r>
            <a:endParaRPr sz="2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930D72-07E1-6141-DCAD-CE20417F55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>
                <a:solidFill>
                  <a:schemeClr val="bg1"/>
                </a:solidFill>
              </a:rPr>
              <a:t>2</a:t>
            </a:fld>
            <a:endParaRPr lang="en-GB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IN" dirty="0"/>
              <a:t>Abstract and Modules</a:t>
            </a:r>
            <a:endParaRPr dirty="0"/>
          </a:p>
        </p:txBody>
      </p:sp>
      <p:sp>
        <p:nvSpPr>
          <p:cNvPr id="124" name="Google Shape;124;p15"/>
          <p:cNvSpPr txBox="1">
            <a:spLocks noGrp="1"/>
          </p:cNvSpPr>
          <p:nvPr>
            <p:ph type="body" idx="1"/>
          </p:nvPr>
        </p:nvSpPr>
        <p:spPr>
          <a:xfrm>
            <a:off x="311700" y="1151400"/>
            <a:ext cx="8756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indent="0">
              <a:buNone/>
            </a:pPr>
            <a:r>
              <a:rPr lang="en-US" sz="2000" dirty="0"/>
              <a:t>The "Market Analysis" web application, </a:t>
            </a:r>
            <a:r>
              <a:rPr lang="en-US" sz="2000" b="1" dirty="0"/>
              <a:t>HeadStart</a:t>
            </a:r>
            <a:r>
              <a:rPr lang="en-US" sz="2000" dirty="0"/>
              <a:t>, empowers users with real-time financial insights. It aggregates and analyzes key economic indicators, market news, sector-specific data, and risk assessments, enabling informed decision-making. Target users are financial analysts, investors, corporate decision-makers, and financial institutions. Leveraging advanced data science techniques, "Market Analysis" simplifies complex financial landscapes, enhancing decision-making and operational efficiency.</a:t>
            </a:r>
          </a:p>
          <a:p>
            <a:pPr marL="88900" indent="0">
              <a:buNone/>
            </a:pPr>
            <a:endParaRPr lang="en-US" sz="2000" dirty="0"/>
          </a:p>
          <a:p>
            <a:pPr marL="88900" indent="0">
              <a:buNone/>
            </a:pPr>
            <a:r>
              <a:rPr lang="en-US" sz="2000" b="1" dirty="0"/>
              <a:t>- Key features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Economic Indicators:</a:t>
            </a:r>
            <a:r>
              <a:rPr lang="en-US" sz="2000" dirty="0"/>
              <a:t> Interactive dashboards displaying vital 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Market News:</a:t>
            </a:r>
            <a:r>
              <a:rPr lang="en-US" sz="2000" dirty="0"/>
              <a:t> Sector-wise news from reputable sources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Sector/Company Analysis:</a:t>
            </a:r>
            <a:r>
              <a:rPr lang="en-US" sz="2000" dirty="0"/>
              <a:t> In-depth performance metrics and forecasts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Risk Analysis:</a:t>
            </a:r>
            <a:r>
              <a:rPr lang="en-US" sz="2000" dirty="0"/>
              <a:t> Personalized assessments using historical and current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AI Chat Bot:</a:t>
            </a:r>
            <a:r>
              <a:rPr lang="en-US" sz="2000" dirty="0"/>
              <a:t> 24/7 support and insights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C57BAF-F5A0-9AE3-0C07-35A43C732B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>
                <a:solidFill>
                  <a:schemeClr val="bg1"/>
                </a:solidFill>
              </a:rPr>
              <a:t>3</a:t>
            </a:fld>
            <a:endParaRPr lang="en-GB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1F144-CF3D-68A1-D9BA-98171F841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062" y="2604712"/>
            <a:ext cx="8479875" cy="1648575"/>
          </a:xfrm>
        </p:spPr>
        <p:txBody>
          <a:bodyPr/>
          <a:lstStyle/>
          <a:p>
            <a:pPr algn="ctr"/>
            <a:r>
              <a:rPr lang="en-IN" sz="3200" dirty="0"/>
              <a:t>Introduction</a:t>
            </a:r>
            <a:br>
              <a:rPr lang="en-IN" sz="3200" dirty="0"/>
            </a:br>
            <a:br>
              <a:rPr lang="en-IN" sz="3200" dirty="0"/>
            </a:br>
            <a:r>
              <a:rPr lang="en-IN" sz="2000" b="0" dirty="0"/>
              <a:t>Stock Market, Stocks &amp; Investments</a:t>
            </a:r>
            <a:endParaRPr lang="en-I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69A27-E986-6D30-C884-F6754EA380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>
                <a:solidFill>
                  <a:schemeClr val="bg1"/>
                </a:solidFill>
              </a:rPr>
              <a:t>4</a:t>
            </a:fld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881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21A2E-0FC1-9734-0327-6F0DAAF75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Definition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BAE05FE-4177-2416-D48B-E17E15AB950A}"/>
              </a:ext>
            </a:extLst>
          </p:cNvPr>
          <p:cNvSpPr/>
          <p:nvPr/>
        </p:nvSpPr>
        <p:spPr>
          <a:xfrm>
            <a:off x="5750086" y="1515234"/>
            <a:ext cx="1945321" cy="51003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Media Search and Literature Review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9B9BDEE-963C-D35C-07A2-87A409918144}"/>
              </a:ext>
            </a:extLst>
          </p:cNvPr>
          <p:cNvSpPr/>
          <p:nvPr/>
        </p:nvSpPr>
        <p:spPr>
          <a:xfrm>
            <a:off x="5750085" y="2476592"/>
            <a:ext cx="1945318" cy="485775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Identifying Gaps and Problems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A03A4BF-A0B1-45E7-6933-03F1DFD7577F}"/>
              </a:ext>
            </a:extLst>
          </p:cNvPr>
          <p:cNvSpPr/>
          <p:nvPr/>
        </p:nvSpPr>
        <p:spPr>
          <a:xfrm>
            <a:off x="5128260" y="3566160"/>
            <a:ext cx="1131570" cy="609601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Who is facing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5B2FE17-3755-2C75-532C-88B4B1E24705}"/>
              </a:ext>
            </a:extLst>
          </p:cNvPr>
          <p:cNvSpPr/>
          <p:nvPr/>
        </p:nvSpPr>
        <p:spPr>
          <a:xfrm>
            <a:off x="6156960" y="4451985"/>
            <a:ext cx="1131570" cy="695325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How are they affected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650179D-8FCD-BDA0-DA30-C6B4B4C7F4FA}"/>
              </a:ext>
            </a:extLst>
          </p:cNvPr>
          <p:cNvSpPr/>
          <p:nvPr/>
        </p:nvSpPr>
        <p:spPr>
          <a:xfrm>
            <a:off x="7338060" y="3566160"/>
            <a:ext cx="1131570" cy="609601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Available Solutions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AD0F6CB-7A26-246D-32C8-F1107AB7E54C}"/>
              </a:ext>
            </a:extLst>
          </p:cNvPr>
          <p:cNvCxnSpPr>
            <a:cxnSpLocks/>
          </p:cNvCxnSpPr>
          <p:nvPr/>
        </p:nvCxnSpPr>
        <p:spPr>
          <a:xfrm>
            <a:off x="6722745" y="2099310"/>
            <a:ext cx="0" cy="3143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72AA0CA-2677-0EB2-3854-10DE23C38CD3}"/>
              </a:ext>
            </a:extLst>
          </p:cNvPr>
          <p:cNvCxnSpPr>
            <a:cxnSpLocks/>
          </p:cNvCxnSpPr>
          <p:nvPr/>
        </p:nvCxnSpPr>
        <p:spPr>
          <a:xfrm flipH="1">
            <a:off x="5706746" y="3037968"/>
            <a:ext cx="698500" cy="435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FAB802C-3F85-5FB5-9A4C-898DC58417E6}"/>
              </a:ext>
            </a:extLst>
          </p:cNvPr>
          <p:cNvCxnSpPr>
            <a:cxnSpLocks/>
          </p:cNvCxnSpPr>
          <p:nvPr/>
        </p:nvCxnSpPr>
        <p:spPr>
          <a:xfrm>
            <a:off x="6722745" y="3037968"/>
            <a:ext cx="0" cy="13282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3994813-BB27-FC05-072B-1218B95099AC}"/>
              </a:ext>
            </a:extLst>
          </p:cNvPr>
          <p:cNvCxnSpPr>
            <a:cxnSpLocks/>
          </p:cNvCxnSpPr>
          <p:nvPr/>
        </p:nvCxnSpPr>
        <p:spPr>
          <a:xfrm>
            <a:off x="7009130" y="3037967"/>
            <a:ext cx="684530" cy="435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059069C-0557-1C47-4448-EA125B065355}"/>
              </a:ext>
            </a:extLst>
          </p:cNvPr>
          <p:cNvSpPr txBox="1"/>
          <p:nvPr/>
        </p:nvSpPr>
        <p:spPr>
          <a:xfrm>
            <a:off x="399416" y="1494144"/>
            <a:ext cx="34867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Defined problems:</a:t>
            </a:r>
          </a:p>
          <a:p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Data Fragmentation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Heavy Time Consumption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High Overall Risk</a:t>
            </a:r>
          </a:p>
        </p:txBody>
      </p:sp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D666C294-FAA7-FE94-76D3-BA1C511197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>
                <a:solidFill>
                  <a:schemeClr val="bg1"/>
                </a:solidFill>
              </a:rPr>
              <a:t>5</a:t>
            </a:fld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71394B9-2F75-7202-4001-DBAF618BC9F1}"/>
              </a:ext>
            </a:extLst>
          </p:cNvPr>
          <p:cNvSpPr txBox="1"/>
          <p:nvPr/>
        </p:nvSpPr>
        <p:spPr>
          <a:xfrm>
            <a:off x="428232" y="2962367"/>
            <a:ext cx="4346571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Keyworks: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Data Fragmentation: </a:t>
            </a:r>
            <a:r>
              <a:rPr lang="en-US" sz="1400" dirty="0"/>
              <a:t>when an organization's data becomes spread across different systems, applications, and storage locations. While the data may function as intended for individual tasks, its </a:t>
            </a:r>
            <a:r>
              <a:rPr lang="en-US" sz="1400" b="1" dirty="0"/>
              <a:t>dispersed, siloed nature can make it more difficult to manage, analyze, and integrate effectively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58260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2143-924D-79BF-5728-5A8975EF6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/>
              <a:t>Who, How and Statistics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06C7CB-4197-83EA-7295-CF3673588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2211" y="2322850"/>
            <a:ext cx="4185542" cy="29220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FA6CC7-4279-8C3A-5E31-71915520F0D8}"/>
              </a:ext>
            </a:extLst>
          </p:cNvPr>
          <p:cNvSpPr txBox="1"/>
          <p:nvPr/>
        </p:nvSpPr>
        <p:spPr>
          <a:xfrm>
            <a:off x="177798" y="1613118"/>
            <a:ext cx="48378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Who is facing the problems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Startups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Small-scale businesses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Some Big Companies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D56433-3E73-BDE9-6AB4-22BE8E275857}"/>
              </a:ext>
            </a:extLst>
          </p:cNvPr>
          <p:cNvSpPr txBox="1"/>
          <p:nvPr/>
        </p:nvSpPr>
        <p:spPr>
          <a:xfrm>
            <a:off x="177798" y="3002201"/>
            <a:ext cx="4164413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How are they affected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Too much time wasted on Data Compiling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Platforms like AWS and other Cloud Services are too expensive and smaller businesses cannot afford them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Companies, depending on their size spend weeks to months analysis potential stock investment and growth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sz="24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DA02646-A569-8A99-02D7-AADA16623A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>
                <a:solidFill>
                  <a:schemeClr val="bg1"/>
                </a:solidFill>
              </a:rPr>
              <a:t>6</a:t>
            </a:fld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6857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DAFDB-EDF1-B9A8-1C78-834191FE4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Who, How and Statistics (Continued)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32D86-D276-8CB9-C52E-64002FDC9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57776" y="1445121"/>
            <a:ext cx="3774524" cy="3967758"/>
          </a:xfrm>
        </p:spPr>
        <p:txBody>
          <a:bodyPr/>
          <a:lstStyle/>
          <a:p>
            <a:pPr marL="88900" indent="0">
              <a:lnSpc>
                <a:spcPct val="200000"/>
              </a:lnSpc>
              <a:buNone/>
            </a:pPr>
            <a:r>
              <a:rPr lang="en-IN" sz="2000" dirty="0">
                <a:latin typeface="+mn-lt"/>
              </a:rPr>
              <a:t>How many are affected</a:t>
            </a:r>
            <a:endParaRPr lang="en-IN" sz="1800" dirty="0">
              <a:latin typeface="+mn-lt"/>
            </a:endParaRPr>
          </a:p>
          <a:p>
            <a:pPr marL="88900" indent="0">
              <a:buNone/>
            </a:pPr>
            <a:r>
              <a:rPr lang="en-US" sz="1200" dirty="0">
                <a:latin typeface="+mn-lt"/>
              </a:rPr>
              <a:t>The IDC Global Chief Data Officer (CDO) Engagement Survey 2021 sponsored by Informatica reveals that high levels of data fragmentation are forcing:</a:t>
            </a:r>
          </a:p>
          <a:p>
            <a:pPr marL="88900" indent="0">
              <a:buNone/>
            </a:pPr>
            <a:r>
              <a:rPr lang="en-US" sz="1200" dirty="0">
                <a:latin typeface="+mn-lt"/>
              </a:rPr>
              <a:t> </a:t>
            </a:r>
          </a:p>
          <a:p>
            <a:r>
              <a:rPr lang="en-US" sz="1200" dirty="0">
                <a:latin typeface="+mn-lt"/>
              </a:rPr>
              <a:t>37% of data leaders to spend most of their time grappling with data complexity.</a:t>
            </a:r>
          </a:p>
          <a:p>
            <a:r>
              <a:rPr lang="en-US" sz="1200" dirty="0">
                <a:latin typeface="+mn-lt"/>
              </a:rPr>
              <a:t>25% of organizations must contend with anywhere from 1,000 to 9,999 data sources</a:t>
            </a:r>
          </a:p>
          <a:p>
            <a:r>
              <a:rPr lang="en-US" sz="1200" dirty="0">
                <a:latin typeface="+mn-lt"/>
              </a:rPr>
              <a:t>4% having to manage more than 10,000 data sources</a:t>
            </a:r>
          </a:p>
          <a:p>
            <a:r>
              <a:rPr lang="en-US" sz="1200" dirty="0">
                <a:latin typeface="+mn-lt"/>
              </a:rPr>
              <a:t>An average of 20-30% of their time searching for and consolidating information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E6CCA-A186-3103-CC6F-09CD6AFA08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>
                <a:solidFill>
                  <a:schemeClr val="bg1"/>
                </a:solidFill>
              </a:rPr>
              <a:t>7</a:t>
            </a:fld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46FB09-3495-79F1-EDED-5B1E9006B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10" y="1535793"/>
            <a:ext cx="4818113" cy="33352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2681BC-443A-8293-3CDF-0F24154B9848}"/>
              </a:ext>
            </a:extLst>
          </p:cNvPr>
          <p:cNvSpPr txBox="1"/>
          <p:nvPr/>
        </p:nvSpPr>
        <p:spPr>
          <a:xfrm>
            <a:off x="140250" y="6003023"/>
            <a:ext cx="45910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0">
              <a:buNone/>
            </a:pPr>
            <a:r>
              <a:rPr lang="en-US" sz="1100" b="1" dirty="0">
                <a:latin typeface="+mn-lt"/>
              </a:rPr>
              <a:t>Sources: </a:t>
            </a:r>
            <a:r>
              <a:rPr lang="en-US" sz="1100" dirty="0">
                <a:latin typeface="+mn-lt"/>
                <a:hlinkClick r:id="rId3"/>
              </a:rPr>
              <a:t>Informatica Blog</a:t>
            </a:r>
            <a:r>
              <a:rPr lang="en-US" sz="1100" dirty="0">
                <a:latin typeface="+mn-lt"/>
              </a:rPr>
              <a:t>, etc.</a:t>
            </a:r>
            <a:endParaRPr lang="en-US" sz="1100" b="1" dirty="0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8C84EF-BC88-7043-6D93-9C937A31BEC5}"/>
              </a:ext>
            </a:extLst>
          </p:cNvPr>
          <p:cNvSpPr txBox="1"/>
          <p:nvPr/>
        </p:nvSpPr>
        <p:spPr>
          <a:xfrm>
            <a:off x="140250" y="5075341"/>
            <a:ext cx="8692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0">
              <a:buNone/>
            </a:pPr>
            <a:r>
              <a:rPr lang="en-US" sz="1400" dirty="0">
                <a:latin typeface="+mn-lt"/>
              </a:rPr>
              <a:t>According to a report by Deloitte, 60% of financial services firms struggle with regulatory compliance due to fragmented and siloed data systems.</a:t>
            </a:r>
          </a:p>
        </p:txBody>
      </p:sp>
    </p:spTree>
    <p:extLst>
      <p:ext uri="{BB962C8B-B14F-4D97-AF65-F5344CB8AC3E}">
        <p14:creationId xmlns:p14="http://schemas.microsoft.com/office/powerpoint/2010/main" val="2840260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F7425-4EAD-2537-3C5C-841B5198E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08" y="780675"/>
            <a:ext cx="8413200" cy="1315200"/>
          </a:xfrm>
        </p:spPr>
        <p:txBody>
          <a:bodyPr/>
          <a:lstStyle/>
          <a:p>
            <a:pPr algn="ctr"/>
            <a:r>
              <a:rPr lang="en-IN" dirty="0"/>
              <a:t>Case Study – Netflix &amp; PayPal</a:t>
            </a:r>
            <a:br>
              <a:rPr lang="en-IN" dirty="0"/>
            </a:br>
            <a:r>
              <a:rPr lang="en-IN" sz="1600" b="0" dirty="0"/>
              <a:t>When, Issues &amp; Solutions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37B43-8014-B7E5-BBA1-2778F0A60D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>
                <a:solidFill>
                  <a:schemeClr val="bg1"/>
                </a:solidFill>
              </a:rPr>
              <a:t>8</a:t>
            </a:fld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2050" name="Picture 2" descr="Netflix Review | PCMag">
            <a:extLst>
              <a:ext uri="{FF2B5EF4-FFF2-40B4-BE49-F238E27FC236}">
                <a16:creationId xmlns:a16="http://schemas.microsoft.com/office/drawing/2014/main" id="{E634EA31-E306-4336-A123-190F45B88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58" y="1840705"/>
            <a:ext cx="4433886" cy="3176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ayPal Review | PCMag">
            <a:extLst>
              <a:ext uri="{FF2B5EF4-FFF2-40B4-BE49-F238E27FC236}">
                <a16:creationId xmlns:a16="http://schemas.microsoft.com/office/drawing/2014/main" id="{D777F2C0-789A-C9BB-59ED-8C7C46721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058" y="1840706"/>
            <a:ext cx="4229100" cy="31765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497524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34276-4A45-B8E9-81DC-33DF28BB2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62" y="856875"/>
            <a:ext cx="8556075" cy="1429500"/>
          </a:xfrm>
        </p:spPr>
        <p:txBody>
          <a:bodyPr/>
          <a:lstStyle/>
          <a:p>
            <a:pPr algn="ctr"/>
            <a:r>
              <a:rPr lang="en-IN" dirty="0"/>
              <a:t>Available Solutions: </a:t>
            </a:r>
            <a:r>
              <a:rPr lang="en-IN" dirty="0" err="1"/>
              <a:t>Kinetica</a:t>
            </a:r>
            <a:br>
              <a:rPr lang="en-IN" dirty="0"/>
            </a:br>
            <a:r>
              <a:rPr lang="en-IN" sz="1600" b="0" dirty="0"/>
              <a:t>Third Party, Uses AI &amp; Less Flexible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7E224-087A-E963-97D3-36EC3350A1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>
                <a:solidFill>
                  <a:schemeClr val="bg1"/>
                </a:solidFill>
              </a:rPr>
              <a:t>9</a:t>
            </a:fld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B1FB3B-E0F1-EF54-16C5-81CA7BF6D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850" y="1793609"/>
            <a:ext cx="5633038" cy="27780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706090-7A87-C7E2-D07C-2AE19237E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529" y="4716376"/>
            <a:ext cx="3000939" cy="137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562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25A79-1EAA-FF6A-F20E-3A5C88986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F91662-ECDC-BD5C-06C5-C99986FA0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2320" y="3624356"/>
            <a:ext cx="4701680" cy="271180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07AF9-5B49-CF65-9788-67C04D49D2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>
                <a:solidFill>
                  <a:schemeClr val="bg1"/>
                </a:solidFill>
              </a:rPr>
              <a:t>10</a:t>
            </a:fld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0B2FA3-389F-D2CC-E9FA-8B78778FF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226687"/>
            <a:ext cx="5090125" cy="278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22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E7C9A-CA71-E9BE-5D68-0A1BD43D7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Interface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0352B-3123-82A2-6B08-39270E1796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>
                <a:solidFill>
                  <a:schemeClr val="bg1"/>
                </a:solidFill>
              </a:rPr>
              <a:t>11</a:t>
            </a:fld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384539-1B89-87C9-ACAB-5D3375C63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00" y="1699767"/>
            <a:ext cx="5031825" cy="29484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4270CF-5B66-83AA-11C3-BE1B5AFA1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646" y="1699766"/>
            <a:ext cx="3487954" cy="29484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6C6EF0-A7A3-000B-B789-E55DEB26C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797" y="4991098"/>
            <a:ext cx="8689803" cy="8382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36473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CB16A-AD34-4E29-D43A-AC85448A9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A4D0EE-EE86-A27E-35D9-39CA65F80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365" y="1118742"/>
            <a:ext cx="5907585" cy="434081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74C55-E8E2-1F31-92A7-82530C519B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>
                <a:solidFill>
                  <a:schemeClr val="bg1"/>
                </a:solidFill>
              </a:rPr>
              <a:t>12</a:t>
            </a:fld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4018E0-C8B7-865A-CB63-133209D40CA1}"/>
              </a:ext>
            </a:extLst>
          </p:cNvPr>
          <p:cNvSpPr txBox="1"/>
          <p:nvPr/>
        </p:nvSpPr>
        <p:spPr>
          <a:xfrm>
            <a:off x="311700" y="5987634"/>
            <a:ext cx="68294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Sources:</a:t>
            </a:r>
            <a:r>
              <a:rPr lang="en-IN" sz="1200" dirty="0"/>
              <a:t> Yahoo finance, </a:t>
            </a:r>
            <a:r>
              <a:rPr lang="en-IN" sz="1200" dirty="0">
                <a:hlinkClick r:id="rId3"/>
              </a:rPr>
              <a:t>World Economic Outlook</a:t>
            </a:r>
            <a:r>
              <a:rPr lang="en-IN" sz="1200" dirty="0"/>
              <a:t>, etc.   </a:t>
            </a:r>
          </a:p>
        </p:txBody>
      </p:sp>
    </p:spTree>
    <p:extLst>
      <p:ext uri="{BB962C8B-B14F-4D97-AF65-F5344CB8AC3E}">
        <p14:creationId xmlns:p14="http://schemas.microsoft.com/office/powerpoint/2010/main" val="2211099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71FC0-445E-CBA6-BC88-54DF7F821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Economic Indicators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22C017-B13C-A006-46A0-1E7D665BF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56867"/>
            <a:ext cx="8520600" cy="4907766"/>
          </a:xfrm>
        </p:spPr>
        <p:txBody>
          <a:bodyPr/>
          <a:lstStyle/>
          <a:p>
            <a:pPr marL="342900" lvl="0" indent="-34290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IN" sz="1600" b="1" u="none" strike="noStrike" dirty="0">
                <a:effectLst/>
                <a:latin typeface="+mn-lt"/>
                <a:ea typeface="Arial" panose="020B0604020202020204" pitchFamily="34" charset="0"/>
              </a:rPr>
              <a:t>Indicators</a:t>
            </a:r>
            <a:r>
              <a:rPr lang="en-IN" sz="1600" u="none" strike="noStrike" dirty="0">
                <a:effectLst/>
                <a:latin typeface="+mn-lt"/>
                <a:ea typeface="Arial" panose="020B0604020202020204" pitchFamily="34" charset="0"/>
              </a:rPr>
              <a:t>: A real-time dashboard displaying key economic metrics such as </a:t>
            </a:r>
            <a:r>
              <a:rPr lang="en-IN" sz="1600" b="1" u="none" strike="noStrike" dirty="0">
                <a:effectLst/>
                <a:latin typeface="+mn-lt"/>
                <a:ea typeface="Arial" panose="020B0604020202020204" pitchFamily="34" charset="0"/>
              </a:rPr>
              <a:t>volatility index, stock market index, interest rates, GDP growth, inflation</a:t>
            </a:r>
            <a:r>
              <a:rPr lang="en-IN" sz="1600" u="none" strike="noStrike" dirty="0">
                <a:effectLst/>
                <a:latin typeface="+mn-lt"/>
                <a:ea typeface="Arial" panose="020B0604020202020204" pitchFamily="34" charset="0"/>
              </a:rPr>
              <a:t>, and more. Users can customize their views based on specific market interests, ensuring they receive relevant data </a:t>
            </a:r>
          </a:p>
          <a:p>
            <a:pPr marL="342900" lvl="0" indent="-34290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IN" sz="1600" b="1" u="none" strike="noStrike" dirty="0">
                <a:effectLst/>
                <a:latin typeface="+mn-lt"/>
                <a:ea typeface="Arial" panose="020B0604020202020204" pitchFamily="34" charset="0"/>
              </a:rPr>
              <a:t>Sector/Company Analysis</a:t>
            </a:r>
            <a:r>
              <a:rPr lang="en-IN" sz="1600" u="none" strike="noStrike" dirty="0">
                <a:effectLst/>
                <a:latin typeface="+mn-lt"/>
                <a:ea typeface="Arial" panose="020B0604020202020204" pitchFamily="34" charset="0"/>
              </a:rPr>
              <a:t>: Detailed insights into company performance, market share, and investment analysis (</a:t>
            </a:r>
            <a:r>
              <a:rPr lang="en-IN" sz="1600" b="1" u="none" strike="noStrike" dirty="0">
                <a:effectLst/>
                <a:latin typeface="+mn-lt"/>
                <a:ea typeface="Arial" panose="020B0604020202020204" pitchFamily="34" charset="0"/>
              </a:rPr>
              <a:t>Business Confidence Index, Revenue Growth, Profit Margins, ROA, Debt to Equity Ratio</a:t>
            </a:r>
            <a:r>
              <a:rPr lang="en-IN" sz="1600" u="none" strike="noStrike" dirty="0">
                <a:effectLst/>
                <a:latin typeface="+mn-lt"/>
                <a:ea typeface="Arial" panose="020B0604020202020204" pitchFamily="34" charset="0"/>
              </a:rPr>
              <a:t>). This page includes visualizations and predictive models that aid in decision-making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8A15A-A05D-83FF-0934-0452FD2A8F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>
                <a:solidFill>
                  <a:schemeClr val="bg1"/>
                </a:solidFill>
              </a:rPr>
              <a:t>13</a:t>
            </a:fld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1800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DD22A-811C-02F9-3CEF-9DA19DF9C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IN" i="0" u="none" strike="noStrike" dirty="0">
                <a:solidFill>
                  <a:srgbClr val="000000"/>
                </a:solidFill>
                <a:effectLst/>
                <a:latin typeface="Archivo Narrow" panose="020B0604020202020204" charset="0"/>
              </a:rPr>
              <a:t>Managing Market News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CE426-AB93-FEBD-1AD9-1A684B15D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890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chivo Narrow" panose="020B0604020202020204" charset="0"/>
              </a:rPr>
              <a:t>Challenge:</a:t>
            </a:r>
            <a:br>
              <a:rPr lang="en-US" sz="1600" b="0" dirty="0">
                <a:effectLst/>
              </a:rPr>
            </a:b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chivo Narrow" panose="020B0604020202020204" charset="0"/>
              </a:rPr>
              <a:t>Staying updated with financial news is overwhelming due to the sheer volume of information available daily</a:t>
            </a:r>
            <a:endParaRPr lang="en-US" sz="1600" b="0" dirty="0">
              <a:effectLst/>
            </a:endParaRPr>
          </a:p>
          <a:p>
            <a:pPr marL="88900" indent="0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600" b="0" dirty="0">
                <a:effectLst/>
              </a:rPr>
            </a:b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chivo Narrow" panose="020B0604020202020204" charset="0"/>
              </a:rPr>
              <a:t>Traditional Approach:</a:t>
            </a:r>
            <a:br>
              <a:rPr lang="en-US" sz="1600" b="0" dirty="0">
                <a:effectLst/>
              </a:rPr>
            </a:b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chivo Narrow" panose="020B0604020202020204" charset="0"/>
              </a:rPr>
              <a:t>Method: Subscribing to newspapers, magazines, and financial news services.</a:t>
            </a:r>
            <a:br>
              <a:rPr lang="en-US" sz="1600" b="0" dirty="0">
                <a:effectLst/>
              </a:rPr>
            </a:b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chivo Narrow" panose="020B0604020202020204" charset="0"/>
              </a:rPr>
              <a:t>Drawback: Time-consuming and leads to information overload</a:t>
            </a:r>
            <a:endParaRPr lang="en-US" sz="1600" dirty="0">
              <a:latin typeface="Arial" panose="020B0604020202020204" pitchFamily="34" charset="0"/>
            </a:endParaRPr>
          </a:p>
          <a:p>
            <a:pPr marL="88900" indent="0">
              <a:buNone/>
            </a:pPr>
            <a:br>
              <a:rPr lang="en-US" sz="1600" b="0" dirty="0">
                <a:effectLst/>
              </a:rPr>
            </a:b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Archivo Narrow" panose="020B0604020202020204" charset="0"/>
              </a:rPr>
              <a:t>How We Simplify Financial News:</a:t>
            </a:r>
            <a:br>
              <a:rPr lang="en-US" sz="1600" b="0" dirty="0">
                <a:effectLst/>
              </a:rPr>
            </a:b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chivo Narrow" panose="020B0604020202020204" charset="0"/>
              </a:rPr>
              <a:t>Aggregation</a:t>
            </a:r>
            <a:br>
              <a:rPr lang="en-US" sz="1600" b="0" dirty="0">
                <a:effectLst/>
              </a:rPr>
            </a:b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chivo Narrow" panose="020B0604020202020204" charset="0"/>
              </a:rPr>
              <a:t>Filtering</a:t>
            </a:r>
            <a:br>
              <a:rPr lang="en-US" sz="1600" b="0" dirty="0">
                <a:effectLst/>
              </a:rPr>
            </a:b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chivo Narrow" panose="020B0604020202020204" charset="0"/>
              </a:rPr>
              <a:t>Summarization</a:t>
            </a:r>
            <a:br>
              <a:rPr lang="en-US" sz="1600" b="0" dirty="0">
                <a:effectLst/>
              </a:rPr>
            </a:b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Archivo Narrow" panose="020B0604020202020204" charset="0"/>
              </a:rPr>
              <a:t>Daily Updates</a:t>
            </a:r>
            <a:br>
              <a:rPr lang="en-US" sz="1600" b="0" dirty="0">
                <a:effectLst/>
              </a:rPr>
            </a:br>
            <a:endParaRPr lang="en-IN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E5874A-0A7D-5EE8-0D9F-AB9A843578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>
                <a:solidFill>
                  <a:schemeClr val="bg1"/>
                </a:solidFill>
              </a:rPr>
              <a:t>14</a:t>
            </a:fld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693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D0B8D-BA28-EA29-F643-9378538F7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Assessing Investment Risks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74410-E4FE-A329-07E8-55964E609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8900" indent="0">
              <a:buNone/>
            </a:pPr>
            <a:r>
              <a:rPr lang="en-IN" sz="1800" b="1" dirty="0"/>
              <a:t>Challenges with Traditional Methods:</a:t>
            </a:r>
          </a:p>
          <a:p>
            <a:pPr marL="88900" indent="0">
              <a:buNone/>
            </a:pPr>
            <a:endParaRPr lang="en-IN" sz="1600" dirty="0"/>
          </a:p>
          <a:p>
            <a:r>
              <a:rPr lang="en-IN" sz="1600" b="1" dirty="0"/>
              <a:t>Historical Data: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chivo Narrow" panose="020B0604020202020204" charset="0"/>
              </a:rPr>
              <a:t>Provides insights but may not capture new market dynamics or unforeseen events</a:t>
            </a:r>
            <a:endParaRPr lang="en-IN" sz="1600" i="0" u="none" strike="noStrike" dirty="0">
              <a:solidFill>
                <a:srgbClr val="000000"/>
              </a:solidFill>
              <a:effectLst/>
              <a:latin typeface="Archivo Narrow" panose="020B0604020202020204" charset="0"/>
            </a:endParaRPr>
          </a:p>
          <a:p>
            <a:r>
              <a:rPr lang="en-IN" sz="1600" b="1" dirty="0">
                <a:latin typeface="Archivo Narrow" panose="020B0604020202020204" charset="0"/>
              </a:rPr>
              <a:t>Financial Statements: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chivo Narrow" panose="020B0604020202020204" charset="0"/>
              </a:rPr>
              <a:t>Useful for evaluating financial health but can be slow and may miss recent market trends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en-IN" sz="1600" b="1" dirty="0">
                <a:latin typeface="Archivo Narrow" panose="020B0604020202020204" charset="0"/>
              </a:rPr>
              <a:t>Experience and Intuition: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chivo Narrow" panose="020B0604020202020204" charset="0"/>
              </a:rPr>
              <a:t>Personal judgment is valuable but might not fully account for rapid market changes</a:t>
            </a:r>
            <a:endParaRPr lang="en-IN" sz="1600" i="0" u="none" strike="noStrike" dirty="0">
              <a:solidFill>
                <a:srgbClr val="000000"/>
              </a:solidFill>
              <a:effectLst/>
              <a:latin typeface="Archivo Narrow" panose="020B0604020202020204" charset="0"/>
            </a:endParaRPr>
          </a:p>
          <a:p>
            <a:endParaRPr lang="en-IN" sz="1600" b="1" dirty="0">
              <a:latin typeface="Archivo Narrow" panose="020B0604020202020204" charset="0"/>
            </a:endParaRPr>
          </a:p>
          <a:p>
            <a:pPr marL="88900" indent="0">
              <a:buNone/>
            </a:pPr>
            <a:r>
              <a:rPr lang="en-IN" sz="1600" b="1" dirty="0">
                <a:latin typeface="Archivo Narrow" panose="020B0604020202020204" charset="0"/>
              </a:rPr>
              <a:t>Limitation of Traditional Methods:</a:t>
            </a:r>
          </a:p>
          <a:p>
            <a:pPr marL="88900" indent="0">
              <a:buNone/>
            </a:pPr>
            <a:endParaRPr lang="en-IN" sz="1600" b="1" dirty="0">
              <a:latin typeface="Archivo Narrow" panose="020B0604020202020204" charset="0"/>
            </a:endParaRPr>
          </a:p>
          <a:p>
            <a:r>
              <a:rPr lang="en-IN" sz="1600" b="1" dirty="0">
                <a:latin typeface="Archivo Narrow" panose="020B0604020202020204" charset="0"/>
              </a:rPr>
              <a:t>Heavy Time Consumption: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chivo Narrow" panose="020B0604020202020204" charset="0"/>
              </a:rPr>
              <a:t>Analyzing past performance and financial statements can be slow</a:t>
            </a:r>
            <a:endParaRPr lang="en-IN" sz="16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486A7-F335-4B54-A143-BB00450D65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>
                <a:solidFill>
                  <a:schemeClr val="bg1"/>
                </a:solidFill>
              </a:rPr>
              <a:t>15</a:t>
            </a:fld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293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93CC5-867F-D399-97D1-CF625365C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Chatbot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08091F-16F3-ADE4-69D2-B79ED5F93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208" y="1151400"/>
            <a:ext cx="8520600" cy="4555200"/>
          </a:xfrm>
        </p:spPr>
        <p:txBody>
          <a:bodyPr/>
          <a:lstStyle/>
          <a:p>
            <a:pPr marL="88900" indent="0">
              <a:buNone/>
            </a:pPr>
            <a:r>
              <a:rPr lang="en-US" sz="1400" dirty="0"/>
              <a:t>Our financial insights platform includes a responsive chatbot, designed to assist users in navigating the site and accessing key financial data effortlessly. The chatbot is built using </a:t>
            </a:r>
            <a:r>
              <a:rPr lang="en-US" sz="1400" b="1" dirty="0"/>
              <a:t>Google’s </a:t>
            </a:r>
            <a:r>
              <a:rPr lang="en-US" sz="1400" b="1" dirty="0" err="1"/>
              <a:t>Dialogflow</a:t>
            </a:r>
            <a:r>
              <a:rPr lang="en-US" sz="1400" dirty="0"/>
              <a:t>, a powerful natural language understanding platform, enabling real-time user interaction.</a:t>
            </a:r>
          </a:p>
          <a:p>
            <a:endParaRPr lang="en-US" sz="1400" dirty="0"/>
          </a:p>
          <a:p>
            <a:pPr marL="88900" indent="0">
              <a:buNone/>
            </a:pPr>
            <a:r>
              <a:rPr lang="en-US" sz="1400" b="1" dirty="0"/>
              <a:t>Key Features:</a:t>
            </a:r>
          </a:p>
          <a:p>
            <a:r>
              <a:rPr lang="en-US" sz="1400" dirty="0"/>
              <a:t>Interactive User Experience: The chatbot provides instant responses to user queries, guiding them through various sections like Economic Indicators, Market News, and Risk Analysis.</a:t>
            </a:r>
          </a:p>
          <a:p>
            <a:r>
              <a:rPr lang="en-US" sz="1400" dirty="0"/>
              <a:t>Natural Language Processing: Utilizes NLP to understand and respond to user input in a conversational manner.</a:t>
            </a:r>
          </a:p>
          <a:p>
            <a:r>
              <a:rPr lang="en-US" sz="1400" dirty="0"/>
              <a:t>Custom Intents: Specifically designed to handle financial-related inquiries, making it easier for finance professionals to get the insights they need.</a:t>
            </a:r>
          </a:p>
          <a:p>
            <a:endParaRPr lang="en-US" sz="1400" dirty="0"/>
          </a:p>
          <a:p>
            <a:pPr marL="88900" indent="0">
              <a:buNone/>
            </a:pPr>
            <a:r>
              <a:rPr lang="en-US" sz="1400" b="1" dirty="0"/>
              <a:t>Technical Integration:</a:t>
            </a:r>
            <a:endParaRPr lang="en-US" sz="1400" dirty="0"/>
          </a:p>
          <a:p>
            <a:r>
              <a:rPr lang="en-US" sz="1400" dirty="0"/>
              <a:t>The chatbot is embedded directly into the website via </a:t>
            </a:r>
            <a:r>
              <a:rPr lang="en-US" sz="1400" dirty="0" err="1"/>
              <a:t>Dialogflow’s</a:t>
            </a:r>
            <a:r>
              <a:rPr lang="en-US" sz="1400" dirty="0"/>
              <a:t> Web Demo integration..</a:t>
            </a:r>
          </a:p>
          <a:p>
            <a:endParaRPr lang="en-US" sz="1400" dirty="0"/>
          </a:p>
          <a:p>
            <a:pPr marL="88900" indent="0">
              <a:buNone/>
            </a:pPr>
            <a:r>
              <a:rPr lang="en-US" sz="1400" b="1" dirty="0"/>
              <a:t>Benefits:</a:t>
            </a:r>
          </a:p>
          <a:p>
            <a:r>
              <a:rPr lang="en-US" sz="1400" dirty="0"/>
              <a:t>Efficiency: Reduces the need for manual navigation, allowing users to quickly find relevant information.</a:t>
            </a:r>
          </a:p>
          <a:p>
            <a:r>
              <a:rPr lang="en-US" sz="1400" dirty="0"/>
              <a:t>User Engagement: Enhances user interaction with the platform, leading to a more engaging and supportive user experience.</a:t>
            </a:r>
          </a:p>
          <a:p>
            <a:r>
              <a:rPr lang="en-US" sz="1400" dirty="0"/>
              <a:t>Scalability: Easily expandable to include additional functionalities and intents as the platform grows.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C4D555-2227-6404-ED1D-C241AD92AE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>
                <a:solidFill>
                  <a:schemeClr val="bg1"/>
                </a:solidFill>
              </a:rPr>
              <a:t>16</a:t>
            </a:fld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3320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09DCB-8FE4-A202-542A-15664C5BB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Requirements Development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AA1C3-8F5B-7AA2-B5B7-D9261EE222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>
                <a:solidFill>
                  <a:schemeClr val="bg1"/>
                </a:solidFill>
              </a:rPr>
              <a:t>17</a:t>
            </a:fld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D926CE-2800-6A75-8F89-20980D00EE57}"/>
              </a:ext>
            </a:extLst>
          </p:cNvPr>
          <p:cNvSpPr txBox="1"/>
          <p:nvPr/>
        </p:nvSpPr>
        <p:spPr>
          <a:xfrm>
            <a:off x="473625" y="1443841"/>
            <a:ext cx="5660475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u="none" strike="noStrike" baseline="0" dirty="0">
                <a:latin typeface="+mn-lt"/>
              </a:rPr>
              <a:t>Hardware:</a:t>
            </a:r>
          </a:p>
          <a:p>
            <a:pPr algn="l"/>
            <a:r>
              <a:rPr lang="en-IN" sz="1100" b="0" i="0" u="none" strike="noStrike" baseline="0" dirty="0">
                <a:latin typeface="+mn-lt"/>
              </a:rPr>
              <a:t>● </a:t>
            </a:r>
            <a:r>
              <a:rPr lang="en-IN" b="1" i="0" u="none" strike="noStrike" baseline="0" dirty="0">
                <a:latin typeface="+mn-lt"/>
              </a:rPr>
              <a:t>Processor: </a:t>
            </a:r>
            <a:r>
              <a:rPr lang="en-IN" b="0" i="0" u="none" strike="noStrike" baseline="0" dirty="0">
                <a:latin typeface="+mn-lt"/>
              </a:rPr>
              <a:t>Intel Core i5 or equivalent</a:t>
            </a:r>
          </a:p>
          <a:p>
            <a:pPr algn="l"/>
            <a:r>
              <a:rPr lang="en-IN" sz="1100" b="0" i="0" u="none" strike="noStrike" baseline="0" dirty="0">
                <a:latin typeface="+mn-lt"/>
              </a:rPr>
              <a:t>● </a:t>
            </a:r>
            <a:r>
              <a:rPr lang="en-IN" b="1" i="0" u="none" strike="noStrike" baseline="0" dirty="0">
                <a:latin typeface="+mn-lt"/>
              </a:rPr>
              <a:t>RAM: </a:t>
            </a:r>
            <a:r>
              <a:rPr lang="en-IN" b="0" i="0" u="none" strike="noStrike" baseline="0" dirty="0">
                <a:latin typeface="+mn-lt"/>
              </a:rPr>
              <a:t>8 GB</a:t>
            </a:r>
          </a:p>
          <a:p>
            <a:pPr algn="l"/>
            <a:r>
              <a:rPr lang="en-IN" sz="1100" b="0" i="0" u="none" strike="noStrike" baseline="0" dirty="0">
                <a:latin typeface="+mn-lt"/>
              </a:rPr>
              <a:t>● </a:t>
            </a:r>
            <a:r>
              <a:rPr lang="en-IN" b="1" i="0" u="none" strike="noStrike" baseline="0" dirty="0">
                <a:latin typeface="+mn-lt"/>
              </a:rPr>
              <a:t>Storage: </a:t>
            </a:r>
            <a:r>
              <a:rPr lang="en-IN" b="0" i="0" u="none" strike="noStrike" baseline="0" dirty="0">
                <a:latin typeface="+mn-lt"/>
              </a:rPr>
              <a:t>250 GB SSD</a:t>
            </a:r>
          </a:p>
          <a:p>
            <a:pPr algn="l"/>
            <a:r>
              <a:rPr lang="en-US" sz="1100" b="0" i="0" u="none" strike="noStrike" baseline="0" dirty="0">
                <a:latin typeface="+mn-lt"/>
              </a:rPr>
              <a:t>● </a:t>
            </a:r>
            <a:r>
              <a:rPr lang="en-US" b="1" i="0" u="none" strike="noStrike" baseline="0" dirty="0">
                <a:latin typeface="+mn-lt"/>
              </a:rPr>
              <a:t>Network: </a:t>
            </a:r>
            <a:r>
              <a:rPr lang="en-US" b="0" i="0" u="none" strike="noStrike" baseline="0" dirty="0">
                <a:latin typeface="+mn-lt"/>
              </a:rPr>
              <a:t>High-speed internet connection with at least 10 Mbps upload/download speed</a:t>
            </a:r>
          </a:p>
          <a:p>
            <a:pPr algn="l"/>
            <a:endParaRPr lang="en-US" b="0" i="0" u="none" strike="noStrike" baseline="0" dirty="0">
              <a:latin typeface="+mn-lt"/>
            </a:endParaRPr>
          </a:p>
          <a:p>
            <a:pPr algn="l"/>
            <a:r>
              <a:rPr lang="en-IN" b="1" i="0" u="none" strike="noStrike" baseline="0" dirty="0">
                <a:latin typeface="+mn-lt"/>
              </a:rPr>
              <a:t>Software:</a:t>
            </a:r>
          </a:p>
          <a:p>
            <a:pPr algn="l"/>
            <a:r>
              <a:rPr lang="en-US" sz="1100" b="0" i="0" u="none" strike="noStrike" baseline="0" dirty="0">
                <a:latin typeface="+mn-lt"/>
              </a:rPr>
              <a:t>● </a:t>
            </a:r>
            <a:r>
              <a:rPr lang="en-US" b="1" i="0" u="none" strike="noStrike" baseline="0" dirty="0">
                <a:latin typeface="+mn-lt"/>
              </a:rPr>
              <a:t>Operating System: </a:t>
            </a:r>
            <a:r>
              <a:rPr lang="en-US" b="0" i="0" u="none" strike="noStrike" baseline="0" dirty="0">
                <a:latin typeface="+mn-lt"/>
              </a:rPr>
              <a:t>Linux (Ubuntu 20.04 LTS or later) or Windows Server 2016 or later</a:t>
            </a:r>
          </a:p>
          <a:p>
            <a:pPr algn="l"/>
            <a:r>
              <a:rPr lang="en-US" sz="1100" b="0" i="0" u="none" strike="noStrike" baseline="0" dirty="0">
                <a:latin typeface="+mn-lt"/>
              </a:rPr>
              <a:t>● </a:t>
            </a:r>
            <a:r>
              <a:rPr lang="en-US" b="1" i="0" u="none" strike="noStrike" baseline="0" dirty="0">
                <a:latin typeface="+mn-lt"/>
              </a:rPr>
              <a:t>Web Server: </a:t>
            </a:r>
            <a:r>
              <a:rPr lang="en-US" b="0" i="0" u="none" strike="noStrike" baseline="0" dirty="0">
                <a:latin typeface="+mn-lt"/>
              </a:rPr>
              <a:t>Apache HTTP Server 2.4 or Nginx 1.18</a:t>
            </a:r>
          </a:p>
          <a:p>
            <a:pPr algn="l"/>
            <a:r>
              <a:rPr lang="en-IN" sz="1100" b="0" i="0" u="none" strike="noStrike" baseline="0" dirty="0">
                <a:latin typeface="+mn-lt"/>
              </a:rPr>
              <a:t>● </a:t>
            </a:r>
            <a:r>
              <a:rPr lang="en-IN" b="1" i="0" u="none" strike="noStrike" baseline="0" dirty="0">
                <a:latin typeface="+mn-lt"/>
              </a:rPr>
              <a:t>Database: </a:t>
            </a:r>
            <a:r>
              <a:rPr lang="en-IN" b="0" i="0" u="none" strike="noStrike" baseline="0" dirty="0">
                <a:latin typeface="+mn-lt"/>
              </a:rPr>
              <a:t>MySQL 8.0</a:t>
            </a:r>
          </a:p>
          <a:p>
            <a:pPr algn="l"/>
            <a:r>
              <a:rPr lang="en-US" sz="1100" b="0" i="0" u="none" strike="noStrike" baseline="0" dirty="0">
                <a:latin typeface="+mn-lt"/>
              </a:rPr>
              <a:t>● </a:t>
            </a:r>
            <a:r>
              <a:rPr lang="en-US" b="1" i="0" u="none" strike="noStrike" baseline="0" dirty="0">
                <a:latin typeface="+mn-lt"/>
              </a:rPr>
              <a:t>Programming Languages: </a:t>
            </a:r>
            <a:r>
              <a:rPr lang="en-US" b="0" i="0" u="none" strike="noStrike" baseline="0" dirty="0">
                <a:latin typeface="+mn-lt"/>
              </a:rPr>
              <a:t>Python 3.8 or later, JavaScript (Node.js 14 or later)</a:t>
            </a:r>
          </a:p>
          <a:p>
            <a:pPr algn="l"/>
            <a:r>
              <a:rPr lang="en-US" sz="1100" b="0" i="0" u="none" strike="noStrike" baseline="0" dirty="0">
                <a:latin typeface="+mn-lt"/>
              </a:rPr>
              <a:t>● </a:t>
            </a:r>
            <a:r>
              <a:rPr lang="en-US" b="1" i="0" u="none" strike="noStrike" baseline="0" dirty="0">
                <a:latin typeface="+mn-lt"/>
              </a:rPr>
              <a:t>Frameworks and Libraries: </a:t>
            </a:r>
            <a:r>
              <a:rPr lang="en-US" b="0" i="0" u="none" strike="noStrike" baseline="0" dirty="0">
                <a:latin typeface="+mn-lt"/>
              </a:rPr>
              <a:t>Django 3.2 or Flask 2.0 for backend</a:t>
            </a:r>
            <a:r>
              <a:rPr lang="en-US" dirty="0">
                <a:latin typeface="+mn-lt"/>
              </a:rPr>
              <a:t>.</a:t>
            </a:r>
            <a:endParaRPr lang="en-IN" b="0" i="0" u="none" strike="noStrike" baseline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42793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09DCB-8FE4-A202-542A-15664C5BB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Requirements Client Side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AA1C3-8F5B-7AA2-B5B7-D9261EE222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>
                <a:solidFill>
                  <a:schemeClr val="bg1"/>
                </a:solidFill>
              </a:rPr>
              <a:t>18</a:t>
            </a:fld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D926CE-2800-6A75-8F89-20980D00EE57}"/>
              </a:ext>
            </a:extLst>
          </p:cNvPr>
          <p:cNvSpPr txBox="1"/>
          <p:nvPr/>
        </p:nvSpPr>
        <p:spPr>
          <a:xfrm>
            <a:off x="473625" y="1551563"/>
            <a:ext cx="5660475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400" b="1" i="0" u="none" strike="noStrike" baseline="0" dirty="0">
                <a:latin typeface="+mn-lt"/>
              </a:rPr>
              <a:t>Client-Side Minimum Requirements</a:t>
            </a:r>
          </a:p>
          <a:p>
            <a:pPr algn="l"/>
            <a:endParaRPr lang="en-IN" sz="1400" b="1" i="0" u="none" strike="noStrike" baseline="0" dirty="0">
              <a:latin typeface="+mn-lt"/>
            </a:endParaRPr>
          </a:p>
          <a:p>
            <a:pPr algn="l"/>
            <a:r>
              <a:rPr lang="en-IN" sz="1400" b="1" i="0" u="none" strike="noStrike" baseline="0" dirty="0">
                <a:latin typeface="+mn-lt"/>
              </a:rPr>
              <a:t>Hardware:</a:t>
            </a:r>
          </a:p>
          <a:p>
            <a:pPr algn="l"/>
            <a:r>
              <a:rPr lang="en-IN" sz="1100" b="0" i="0" u="none" strike="noStrike" baseline="0" dirty="0">
                <a:latin typeface="+mn-lt"/>
              </a:rPr>
              <a:t>● </a:t>
            </a:r>
            <a:r>
              <a:rPr lang="en-IN" sz="1400" b="1" i="0" u="none" strike="noStrike" baseline="0" dirty="0">
                <a:latin typeface="+mn-lt"/>
              </a:rPr>
              <a:t>Processor: </a:t>
            </a:r>
            <a:r>
              <a:rPr lang="en-IN" sz="1400" b="0" i="0" u="none" strike="noStrike" baseline="0" dirty="0">
                <a:latin typeface="+mn-lt"/>
              </a:rPr>
              <a:t>Intel Core i3 or equivalent</a:t>
            </a:r>
          </a:p>
          <a:p>
            <a:pPr algn="l"/>
            <a:r>
              <a:rPr lang="en-IN" sz="1100" b="0" i="0" u="none" strike="noStrike" baseline="0" dirty="0">
                <a:latin typeface="+mn-lt"/>
              </a:rPr>
              <a:t>● </a:t>
            </a:r>
            <a:r>
              <a:rPr lang="en-IN" sz="1400" b="1" i="0" u="none" strike="noStrike" baseline="0" dirty="0">
                <a:latin typeface="+mn-lt"/>
              </a:rPr>
              <a:t>RAM: </a:t>
            </a:r>
            <a:r>
              <a:rPr lang="en-IN" sz="1400" b="0" i="0" u="none" strike="noStrike" baseline="0" dirty="0">
                <a:latin typeface="+mn-lt"/>
              </a:rPr>
              <a:t>4 GB</a:t>
            </a:r>
          </a:p>
          <a:p>
            <a:pPr algn="l"/>
            <a:r>
              <a:rPr lang="en-IN" sz="1100" b="0" i="0" u="none" strike="noStrike" baseline="0" dirty="0">
                <a:latin typeface="+mn-lt"/>
              </a:rPr>
              <a:t>● </a:t>
            </a:r>
            <a:r>
              <a:rPr lang="en-IN" sz="1400" b="1" i="0" u="none" strike="noStrike" baseline="0" dirty="0">
                <a:latin typeface="+mn-lt"/>
              </a:rPr>
              <a:t>Storage: </a:t>
            </a:r>
            <a:r>
              <a:rPr lang="en-IN" sz="1400" i="0" u="none" strike="noStrike" baseline="0" dirty="0">
                <a:latin typeface="+mn-lt"/>
              </a:rPr>
              <a:t>100</a:t>
            </a:r>
            <a:r>
              <a:rPr lang="en-IN" sz="1400" b="0" i="0" u="none" strike="noStrike" baseline="0" dirty="0">
                <a:latin typeface="+mn-lt"/>
              </a:rPr>
              <a:t> GB HDD</a:t>
            </a:r>
          </a:p>
          <a:p>
            <a:pPr algn="l"/>
            <a:r>
              <a:rPr lang="en-US" sz="1100" b="0" i="0" u="none" strike="noStrike" baseline="0" dirty="0">
                <a:latin typeface="+mn-lt"/>
              </a:rPr>
              <a:t>● </a:t>
            </a:r>
            <a:r>
              <a:rPr lang="en-US" sz="1400" b="1" i="0" u="none" strike="noStrike" baseline="0" dirty="0">
                <a:latin typeface="+mn-lt"/>
              </a:rPr>
              <a:t>Display: </a:t>
            </a:r>
            <a:r>
              <a:rPr lang="en-US" sz="1400" b="0" i="0" u="none" strike="noStrike" baseline="0" dirty="0">
                <a:latin typeface="+mn-lt"/>
              </a:rPr>
              <a:t>1024x768 resolution or higher</a:t>
            </a:r>
          </a:p>
          <a:p>
            <a:pPr algn="l"/>
            <a:r>
              <a:rPr lang="en-US" sz="1100" b="0" i="0" u="none" strike="noStrike" baseline="0" dirty="0">
                <a:latin typeface="+mn-lt"/>
              </a:rPr>
              <a:t>● </a:t>
            </a:r>
            <a:r>
              <a:rPr lang="en-US" sz="1400" b="1" i="0" u="none" strike="noStrike" baseline="0" dirty="0">
                <a:latin typeface="+mn-lt"/>
              </a:rPr>
              <a:t>Network: </a:t>
            </a:r>
            <a:r>
              <a:rPr lang="en-US" sz="1400" b="0" i="0" u="none" strike="noStrike" baseline="0" dirty="0">
                <a:latin typeface="+mn-lt"/>
              </a:rPr>
              <a:t>High-speed internet connection with at least 5 Mbps download speed</a:t>
            </a:r>
          </a:p>
          <a:p>
            <a:pPr algn="l"/>
            <a:endParaRPr lang="en-US" sz="1400" b="0" i="0" u="none" strike="noStrike" baseline="0" dirty="0">
              <a:latin typeface="+mn-lt"/>
            </a:endParaRPr>
          </a:p>
          <a:p>
            <a:pPr algn="l"/>
            <a:r>
              <a:rPr lang="en-IN" sz="1400" b="1" i="0" u="none" strike="noStrike" baseline="0" dirty="0">
                <a:latin typeface="+mn-lt"/>
              </a:rPr>
              <a:t>Software:</a:t>
            </a:r>
          </a:p>
          <a:p>
            <a:pPr algn="l"/>
            <a:r>
              <a:rPr lang="en-US" sz="1100" b="0" i="0" u="none" strike="noStrike" baseline="0" dirty="0">
                <a:latin typeface="+mn-lt"/>
              </a:rPr>
              <a:t>● </a:t>
            </a:r>
            <a:r>
              <a:rPr lang="en-US" sz="1400" b="1" i="0" u="none" strike="noStrike" baseline="0" dirty="0">
                <a:latin typeface="+mn-lt"/>
              </a:rPr>
              <a:t>Operating System: </a:t>
            </a:r>
            <a:r>
              <a:rPr lang="en-US" sz="1400" b="0" i="0" u="none" strike="noStrike" baseline="0" dirty="0">
                <a:latin typeface="+mn-lt"/>
              </a:rPr>
              <a:t>Windows 10, macOS 10.15, or a modern Linux distribution</a:t>
            </a:r>
          </a:p>
          <a:p>
            <a:pPr algn="l"/>
            <a:r>
              <a:rPr lang="en-US" sz="1100" b="0" i="0" u="none" strike="noStrike" baseline="0" dirty="0">
                <a:latin typeface="+mn-lt"/>
              </a:rPr>
              <a:t>● </a:t>
            </a:r>
            <a:r>
              <a:rPr lang="en-US" sz="1400" b="1" i="0" u="none" strike="noStrike" baseline="0" dirty="0">
                <a:latin typeface="+mn-lt"/>
              </a:rPr>
              <a:t>Web Browser: </a:t>
            </a:r>
            <a:r>
              <a:rPr lang="en-US" sz="1400" b="0" i="0" u="none" strike="noStrike" baseline="0" dirty="0">
                <a:latin typeface="+mn-lt"/>
              </a:rPr>
              <a:t>Latest versions of Chrome, Firefox, Safari, or Edge</a:t>
            </a:r>
          </a:p>
          <a:p>
            <a:pPr algn="l"/>
            <a:r>
              <a:rPr lang="en-US" sz="1100" b="0" i="0" u="none" strike="noStrike" baseline="0" dirty="0">
                <a:latin typeface="+mn-lt"/>
              </a:rPr>
              <a:t>● </a:t>
            </a:r>
            <a:r>
              <a:rPr lang="en-US" sz="1400" b="1" i="0" u="none" strike="noStrike" baseline="0" dirty="0">
                <a:latin typeface="+mn-lt"/>
              </a:rPr>
              <a:t>Others: </a:t>
            </a:r>
            <a:r>
              <a:rPr lang="en-US" sz="1400" b="0" i="0" u="none" strike="noStrike" baseline="0" dirty="0">
                <a:latin typeface="+mn-lt"/>
              </a:rPr>
              <a:t>JavaScript enabled, Cookies enabled</a:t>
            </a:r>
          </a:p>
        </p:txBody>
      </p:sp>
    </p:spTree>
    <p:extLst>
      <p:ext uri="{BB962C8B-B14F-4D97-AF65-F5344CB8AC3E}">
        <p14:creationId xmlns:p14="http://schemas.microsoft.com/office/powerpoint/2010/main" val="4121576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95FCD-081F-9182-CF06-D4F4E3916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 Flow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2BD6E-9224-80C8-F2C5-3885918FB7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>
                <a:solidFill>
                  <a:schemeClr val="bg1"/>
                </a:solidFill>
              </a:rPr>
              <a:t>19</a:t>
            </a:fld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AC2E98-4D2C-B9EB-1838-ED836F73E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906" y="2234017"/>
            <a:ext cx="4105687" cy="3837765"/>
          </a:xfrm>
          <a:prstGeom prst="rect">
            <a:avLst/>
          </a:prstGeom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BDDCFC6-C4F9-F656-5FD1-3463F3169B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1507431"/>
              </p:ext>
            </p:extLst>
          </p:nvPr>
        </p:nvGraphicFramePr>
        <p:xfrm>
          <a:off x="700086" y="1152525"/>
          <a:ext cx="7210425" cy="1260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9266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FABA0-983E-0765-7CAA-A0E4988FF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Progress Report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66EF5-2EAC-94D4-6EBE-F38E5D83F0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>
                <a:solidFill>
                  <a:schemeClr val="bg1"/>
                </a:solidFill>
              </a:rPr>
              <a:t>20</a:t>
            </a:fld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EC31F8-3879-B83A-9E27-890861646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26" y="1766655"/>
            <a:ext cx="8049748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9178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2C798-0750-5877-B7E6-D00CAD6AF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3047250"/>
            <a:ext cx="8520600" cy="763500"/>
          </a:xfrm>
        </p:spPr>
        <p:txBody>
          <a:bodyPr/>
          <a:lstStyle/>
          <a:p>
            <a:pPr algn="ctr"/>
            <a:r>
              <a:rPr lang="en-IN" sz="4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5038802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2451</TotalTime>
  <Words>1184</Words>
  <Application>Microsoft Office PowerPoint</Application>
  <PresentationFormat>On-screen Show (4:3)</PresentationFormat>
  <Paragraphs>163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Archivo Narrow</vt:lpstr>
      <vt:lpstr>Arial</vt:lpstr>
      <vt:lpstr>Georgia</vt:lpstr>
      <vt:lpstr>Simple Light</vt:lpstr>
      <vt:lpstr>HeadStart: Developing Financial Solutions for Small-scale Businesses</vt:lpstr>
      <vt:lpstr>Table of Contents</vt:lpstr>
      <vt:lpstr>Abstract and Modules</vt:lpstr>
      <vt:lpstr>Introduction  Stock Market, Stocks &amp; Investments</vt:lpstr>
      <vt:lpstr>Problem Definition</vt:lpstr>
      <vt:lpstr>Who, How and Statistics</vt:lpstr>
      <vt:lpstr>Who, How and Statistics (Continued)</vt:lpstr>
      <vt:lpstr>Case Study – Netflix &amp; PayPal When, Issues &amp; Solutions</vt:lpstr>
      <vt:lpstr>Available Solutions: Kinetica Third Party, Uses AI &amp; Less Flexible</vt:lpstr>
      <vt:lpstr>Proposed Solutions</vt:lpstr>
      <vt:lpstr>User Interface Design</vt:lpstr>
      <vt:lpstr>Database</vt:lpstr>
      <vt:lpstr>Economic Indicators</vt:lpstr>
      <vt:lpstr>Managing Market News</vt:lpstr>
      <vt:lpstr>Assessing Investment Risks</vt:lpstr>
      <vt:lpstr>Chatbot</vt:lpstr>
      <vt:lpstr>System Requirements Development</vt:lpstr>
      <vt:lpstr>System Requirements Client Side</vt:lpstr>
      <vt:lpstr>Work Flow Diagram</vt:lpstr>
      <vt:lpstr>Progress Report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Deependra Singh Rao</cp:lastModifiedBy>
  <cp:revision>32</cp:revision>
  <dcterms:modified xsi:type="dcterms:W3CDTF">2024-08-22T04:46:55Z</dcterms:modified>
</cp:coreProperties>
</file>